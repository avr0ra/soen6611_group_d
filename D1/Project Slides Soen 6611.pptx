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5"/>
    <p:sldMasterId id="2147483683" r:id="rId6"/>
    <p:sldMasterId id="214748368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y="5143500" cx="9144000"/>
  <p:notesSz cx="6858000" cy="9144000"/>
  <p:embeddedFontLst>
    <p:embeddedFont>
      <p:font typeface="Tahoma"/>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E3BB1B-D85F-470A-86A8-5E0FFF55587D}">
  <a:tblStyle styleId="{24E3BB1B-D85F-470A-86A8-5E0FFF55587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font" Target="fonts/Tahoma-bold.fntdata"/><Relationship Id="rId10" Type="http://schemas.openxmlformats.org/officeDocument/2006/relationships/slide" Target="slides/slide2.xml"/><Relationship Id="rId32" Type="http://schemas.openxmlformats.org/officeDocument/2006/relationships/font" Target="fonts/Tahoma-regular.fntdata"/><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55a67e250_5_76:notes"/>
          <p:cNvSpPr txBox="1"/>
          <p:nvPr>
            <p:ph idx="1" type="body"/>
          </p:nvPr>
        </p:nvSpPr>
        <p:spPr>
          <a:xfrm>
            <a:off x="686360" y="4342535"/>
            <a:ext cx="5485279" cy="4114511"/>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11" name="Google Shape;211;g3e55a67e250_5_76:notes"/>
          <p:cNvSpPr/>
          <p:nvPr>
            <p:ph idx="2" type="sldImg"/>
          </p:nvPr>
        </p:nvSpPr>
        <p:spPr>
          <a:xfrm>
            <a:off x="470647" y="694171"/>
            <a:ext cx="5916706"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e55a67e250_5_167:notes"/>
          <p:cNvSpPr txBox="1"/>
          <p:nvPr>
            <p:ph idx="1" type="body"/>
          </p:nvPr>
        </p:nvSpPr>
        <p:spPr>
          <a:xfrm>
            <a:off x="686360" y="4342535"/>
            <a:ext cx="5485279" cy="4114511"/>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19" name="Google Shape;219;g3e55a67e250_5_167:notes"/>
          <p:cNvSpPr/>
          <p:nvPr>
            <p:ph idx="2" type="sldImg"/>
          </p:nvPr>
        </p:nvSpPr>
        <p:spPr>
          <a:xfrm>
            <a:off x="470647" y="694171"/>
            <a:ext cx="5916706"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5c7f34bfd_0_2: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26" name="Google Shape;226;g3e5c7f34bfd_0_2: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5c7f34bfd_0_13: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35" name="Google Shape;235;g3e5c7f34bfd_0_13: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e55a67e250_5_173:notes"/>
          <p:cNvSpPr txBox="1"/>
          <p:nvPr>
            <p:ph idx="1" type="body"/>
          </p:nvPr>
        </p:nvSpPr>
        <p:spPr>
          <a:xfrm>
            <a:off x="686360" y="4342535"/>
            <a:ext cx="5485279" cy="4114511"/>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42" name="Google Shape;242;g3e55a67e250_5_173:notes"/>
          <p:cNvSpPr/>
          <p:nvPr>
            <p:ph idx="2" type="sldImg"/>
          </p:nvPr>
        </p:nvSpPr>
        <p:spPr>
          <a:xfrm>
            <a:off x="470647" y="694171"/>
            <a:ext cx="5916706"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7537aae91_4_38: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49" name="Google Shape;249;g3e7537aae91_4_38: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e7537aae91_4_29: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56" name="Google Shape;256;g3e7537aae91_4_29: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e5c7f34bfd_0_21: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63" name="Google Shape;263;g3e5c7f34bfd_0_21: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5c7f34bfd_0_31: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70" name="Google Shape;270;g3e5c7f34bfd_0_31: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e725078ed2_0_8: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77" name="Google Shape;277;g3e725078ed2_0_8: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5c7f34bfd_0_59: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87" name="Google Shape;287;g3e5c7f34bfd_0_59: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725078ed2_0_15: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297" name="Google Shape;297;g3e725078ed2_0_15: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7537aae91_4_8: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06" name="Google Shape;306;g3e7537aae91_4_8: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5c7f34bfd_0_38: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15" name="Google Shape;315;g3e5c7f34bfd_0_38: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e83d544ac4_4_5: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22" name="Google Shape;322;g3e83d544ac4_4_5: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7537aae91_4_56: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29" name="Google Shape;329;g3e7537aae91_4_56: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e7537aae91_5_13: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36" name="Google Shape;336;g3e7537aae91_5_13: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7537aae91_5_27: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43" name="Google Shape;343;g3e7537aae91_5_27: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e7537aae91_5_48: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50" name="Google Shape;350;g3e7537aae91_5_48: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e7537aae91_5_36: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57" name="Google Shape;357;g3e7537aae91_5_36: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e83d544ac4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e83d544ac4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e5c7f34bfd_0_48: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71" name="Google Shape;371;g3e5c7f34bfd_0_48: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72bc2bb6c_0_2:notes"/>
          <p:cNvSpPr txBox="1"/>
          <p:nvPr>
            <p:ph idx="1" type="body"/>
          </p:nvPr>
        </p:nvSpPr>
        <p:spPr>
          <a:xfrm>
            <a:off x="686360" y="4342535"/>
            <a:ext cx="5485200" cy="4114500"/>
          </a:xfrm>
          <a:prstGeom prst="rect">
            <a:avLst/>
          </a:prstGeom>
        </p:spPr>
        <p:txBody>
          <a:bodyPr anchorCtr="0" anchor="t" bIns="81475" lIns="81475" spcFirstLastPara="1" rIns="81475" wrap="square" tIns="81475">
            <a:noAutofit/>
          </a:bodyPr>
          <a:lstStyle/>
          <a:p>
            <a:pPr indent="0" lvl="0" marL="0" rtl="0" algn="l">
              <a:spcBef>
                <a:spcPts val="0"/>
              </a:spcBef>
              <a:spcAft>
                <a:spcPts val="0"/>
              </a:spcAft>
              <a:buNone/>
            </a:pPr>
            <a:r>
              <a:t/>
            </a:r>
            <a:endParaRPr/>
          </a:p>
        </p:txBody>
      </p:sp>
      <p:sp>
        <p:nvSpPr>
          <p:cNvPr id="378" name="Google Shape;378;g3e72bc2bb6c_0_2:notes"/>
          <p:cNvSpPr/>
          <p:nvPr>
            <p:ph idx="2" type="sldImg"/>
          </p:nvPr>
        </p:nvSpPr>
        <p:spPr>
          <a:xfrm>
            <a:off x="470647" y="694171"/>
            <a:ext cx="5916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4"/>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 name="Shape 61"/>
        <p:cNvGrpSpPr/>
        <p:nvPr/>
      </p:nvGrpSpPr>
      <p:grpSpPr>
        <a:xfrm>
          <a:off x="0" y="0"/>
          <a:ext cx="0" cy="0"/>
          <a:chOff x="0" y="0"/>
          <a:chExt cx="0" cy="0"/>
        </a:xfrm>
      </p:grpSpPr>
      <p:sp>
        <p:nvSpPr>
          <p:cNvPr id="62" name="Google Shape;62;p15"/>
          <p:cNvSpPr txBox="1"/>
          <p:nvPr>
            <p:ph type="ctrTitle"/>
          </p:nvPr>
        </p:nvSpPr>
        <p:spPr>
          <a:xfrm>
            <a:off x="685800" y="1597819"/>
            <a:ext cx="7772400" cy="1102519"/>
          </a:xfrm>
          <a:prstGeom prst="rect">
            <a:avLst/>
          </a:prstGeom>
          <a:noFill/>
          <a:ln>
            <a:noFill/>
          </a:ln>
        </p:spPr>
        <p:txBody>
          <a:bodyPr anchorCtr="1" anchor="ctr"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15"/>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Autofit/>
          </a:bodyPr>
          <a:lstStyle>
            <a:lvl1pPr lvl="0" algn="ctr">
              <a:spcBef>
                <a:spcPts val="0"/>
              </a:spcBef>
              <a:spcAft>
                <a:spcPts val="0"/>
              </a:spcAft>
              <a:buClr>
                <a:srgbClr val="000000"/>
              </a:buClr>
              <a:buSzPts val="3200"/>
              <a:buFont typeface="Calibri"/>
              <a:buNone/>
              <a:defRPr/>
            </a:lvl1pPr>
            <a:lvl2pPr lvl="1" algn="ctr">
              <a:lnSpc>
                <a:spcPct val="90000"/>
              </a:lnSpc>
              <a:spcBef>
                <a:spcPts val="1413"/>
              </a:spcBef>
              <a:spcAft>
                <a:spcPts val="0"/>
              </a:spcAft>
              <a:buClr>
                <a:srgbClr val="000000"/>
              </a:buClr>
              <a:buSzPts val="2400"/>
              <a:buFont typeface="Calibri"/>
              <a:buNone/>
              <a:defRPr/>
            </a:lvl2pPr>
            <a:lvl3pPr lvl="2" algn="ctr">
              <a:lnSpc>
                <a:spcPct val="90000"/>
              </a:lnSpc>
              <a:spcBef>
                <a:spcPts val="500"/>
              </a:spcBef>
              <a:spcAft>
                <a:spcPts val="0"/>
              </a:spcAft>
              <a:buClr>
                <a:srgbClr val="000000"/>
              </a:buClr>
              <a:buSzPts val="2000"/>
              <a:buFont typeface="Calibri"/>
              <a:buNone/>
              <a:defRPr/>
            </a:lvl3pPr>
            <a:lvl4pPr lvl="3" algn="ctr">
              <a:lnSpc>
                <a:spcPct val="90000"/>
              </a:lnSpc>
              <a:spcBef>
                <a:spcPts val="500"/>
              </a:spcBef>
              <a:spcAft>
                <a:spcPts val="0"/>
              </a:spcAft>
              <a:buClr>
                <a:srgbClr val="000000"/>
              </a:buClr>
              <a:buSzPts val="2000"/>
              <a:buFont typeface="Calibri"/>
              <a:buNone/>
              <a:defRPr/>
            </a:lvl4pPr>
            <a:lvl5pPr lvl="4" algn="ctr">
              <a:lnSpc>
                <a:spcPct val="90000"/>
              </a:lnSpc>
              <a:spcBef>
                <a:spcPts val="500"/>
              </a:spcBef>
              <a:spcAft>
                <a:spcPts val="0"/>
              </a:spcAft>
              <a:buClr>
                <a:srgbClr val="000000"/>
              </a:buClr>
              <a:buSzPts val="2000"/>
              <a:buFont typeface="Calibri"/>
              <a:buNone/>
              <a:defRPr/>
            </a:lvl5pPr>
            <a:lvl6pPr lvl="5" algn="ctr">
              <a:lnSpc>
                <a:spcPct val="90000"/>
              </a:lnSpc>
              <a:spcBef>
                <a:spcPts val="500"/>
              </a:spcBef>
              <a:spcAft>
                <a:spcPts val="0"/>
              </a:spcAft>
              <a:buClr>
                <a:srgbClr val="000000"/>
              </a:buClr>
              <a:buSzPts val="2000"/>
              <a:buFont typeface="Calibri"/>
              <a:buNone/>
              <a:defRPr/>
            </a:lvl6pPr>
            <a:lvl7pPr lvl="6" algn="ctr">
              <a:lnSpc>
                <a:spcPct val="90000"/>
              </a:lnSpc>
              <a:spcBef>
                <a:spcPts val="500"/>
              </a:spcBef>
              <a:spcAft>
                <a:spcPts val="0"/>
              </a:spcAft>
              <a:buClr>
                <a:srgbClr val="000000"/>
              </a:buClr>
              <a:buSzPts val="2000"/>
              <a:buFont typeface="Calibri"/>
              <a:buNone/>
              <a:defRPr/>
            </a:lvl7pPr>
            <a:lvl8pPr lvl="7" algn="ctr">
              <a:lnSpc>
                <a:spcPct val="90000"/>
              </a:lnSpc>
              <a:spcBef>
                <a:spcPts val="500"/>
              </a:spcBef>
              <a:spcAft>
                <a:spcPts val="0"/>
              </a:spcAft>
              <a:buClr>
                <a:srgbClr val="000000"/>
              </a:buClr>
              <a:buSzPts val="2000"/>
              <a:buFont typeface="Calibri"/>
              <a:buNone/>
              <a:defRPr/>
            </a:lvl8pPr>
            <a:lvl9pPr lvl="8" algn="ctr">
              <a:lnSpc>
                <a:spcPct val="90000"/>
              </a:lnSpc>
              <a:spcBef>
                <a:spcPts val="500"/>
              </a:spcBef>
              <a:spcAft>
                <a:spcPts val="0"/>
              </a:spcAft>
              <a:buClr>
                <a:srgbClr val="000000"/>
              </a:buClr>
              <a:buSzPts val="2000"/>
              <a:buFont typeface="Calibri"/>
              <a:buNone/>
              <a:defRPr/>
            </a:lvl9pPr>
          </a:lstStyle>
          <a:p/>
        </p:txBody>
      </p:sp>
      <p:sp>
        <p:nvSpPr>
          <p:cNvPr id="64" name="Google Shape;64;p15"/>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7" name="Shape 67"/>
        <p:cNvGrpSpPr/>
        <p:nvPr/>
      </p:nvGrpSpPr>
      <p:grpSpPr>
        <a:xfrm>
          <a:off x="0" y="0"/>
          <a:ext cx="0" cy="0"/>
          <a:chOff x="0" y="0"/>
          <a:chExt cx="0" cy="0"/>
        </a:xfrm>
      </p:grpSpPr>
      <p:sp>
        <p:nvSpPr>
          <p:cNvPr id="68" name="Google Shape;68;p16"/>
          <p:cNvSpPr txBox="1"/>
          <p:nvPr>
            <p:ph type="title"/>
          </p:nvPr>
        </p:nvSpPr>
        <p:spPr>
          <a:xfrm>
            <a:off x="457200" y="204788"/>
            <a:ext cx="8229600" cy="858441"/>
          </a:xfrm>
          <a:prstGeom prst="rect">
            <a:avLst/>
          </a:prstGeom>
          <a:noFill/>
          <a:ln>
            <a:noFill/>
          </a:ln>
        </p:spPr>
        <p:txBody>
          <a:bodyPr anchorCtr="1" anchor="ctr"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16"/>
          <p:cNvSpPr txBox="1"/>
          <p:nvPr>
            <p:ph idx="1" type="body"/>
          </p:nvPr>
        </p:nvSpPr>
        <p:spPr>
          <a:xfrm>
            <a:off x="457200" y="1203722"/>
            <a:ext cx="8229600" cy="3394471"/>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42900" lvl="1" marL="914400" algn="l">
              <a:lnSpc>
                <a:spcPct val="90000"/>
              </a:lnSpc>
              <a:spcBef>
                <a:spcPts val="1413"/>
              </a:spcBef>
              <a:spcAft>
                <a:spcPts val="0"/>
              </a:spcAft>
              <a:buClr>
                <a:srgbClr val="000000"/>
              </a:buClr>
              <a:buSzPts val="1800"/>
              <a:buChar char="•"/>
              <a:defRPr/>
            </a:lvl2pPr>
            <a:lvl3pPr indent="-342900" lvl="2" marL="1371600" algn="l">
              <a:lnSpc>
                <a:spcPct val="90000"/>
              </a:lnSpc>
              <a:spcBef>
                <a:spcPts val="500"/>
              </a:spcBef>
              <a:spcAft>
                <a:spcPts val="0"/>
              </a:spcAft>
              <a:buClr>
                <a:srgbClr val="000000"/>
              </a:buClr>
              <a:buSzPts val="1800"/>
              <a:buChar char="•"/>
              <a:defRPr/>
            </a:lvl3pPr>
            <a:lvl4pPr indent="-342900" lvl="3" marL="1828800" algn="l">
              <a:lnSpc>
                <a:spcPct val="90000"/>
              </a:lnSpc>
              <a:spcBef>
                <a:spcPts val="500"/>
              </a:spcBef>
              <a:spcAft>
                <a:spcPts val="0"/>
              </a:spcAft>
              <a:buClr>
                <a:srgbClr val="000000"/>
              </a:buClr>
              <a:buSzPts val="1800"/>
              <a:buChar char="•"/>
              <a:defRPr/>
            </a:lvl4pPr>
            <a:lvl5pPr indent="-342900" lvl="4" marL="2286000" algn="l">
              <a:lnSpc>
                <a:spcPct val="90000"/>
              </a:lnSpc>
              <a:spcBef>
                <a:spcPts val="500"/>
              </a:spcBef>
              <a:spcAft>
                <a:spcPts val="0"/>
              </a:spcAft>
              <a:buClr>
                <a:srgbClr val="000000"/>
              </a:buClr>
              <a:buSzPts val="1800"/>
              <a:buChar char="•"/>
              <a:defRPr/>
            </a:lvl5pPr>
            <a:lvl6pPr indent="-342900" lvl="5" marL="2743200" algn="l">
              <a:lnSpc>
                <a:spcPct val="90000"/>
              </a:lnSpc>
              <a:spcBef>
                <a:spcPts val="500"/>
              </a:spcBef>
              <a:spcAft>
                <a:spcPts val="0"/>
              </a:spcAft>
              <a:buClr>
                <a:srgbClr val="000000"/>
              </a:buClr>
              <a:buSzPts val="1800"/>
              <a:buChar char="•"/>
              <a:defRPr/>
            </a:lvl6pPr>
            <a:lvl7pPr indent="-342900" lvl="6" marL="3200400" algn="l">
              <a:lnSpc>
                <a:spcPct val="90000"/>
              </a:lnSpc>
              <a:spcBef>
                <a:spcPts val="500"/>
              </a:spcBef>
              <a:spcAft>
                <a:spcPts val="0"/>
              </a:spcAft>
              <a:buClr>
                <a:srgbClr val="000000"/>
              </a:buClr>
              <a:buSzPts val="1800"/>
              <a:buChar char="•"/>
              <a:defRPr/>
            </a:lvl7pPr>
            <a:lvl8pPr indent="-342900" lvl="7" marL="3657600" algn="l">
              <a:lnSpc>
                <a:spcPct val="90000"/>
              </a:lnSpc>
              <a:spcBef>
                <a:spcPts val="500"/>
              </a:spcBef>
              <a:spcAft>
                <a:spcPts val="0"/>
              </a:spcAft>
              <a:buClr>
                <a:srgbClr val="000000"/>
              </a:buClr>
              <a:buSzPts val="1800"/>
              <a:buChar char="•"/>
              <a:defRPr/>
            </a:lvl8pPr>
            <a:lvl9pPr indent="-342900" lvl="8" marL="4114800" algn="l">
              <a:lnSpc>
                <a:spcPct val="90000"/>
              </a:lnSpc>
              <a:spcBef>
                <a:spcPts val="500"/>
              </a:spcBef>
              <a:spcAft>
                <a:spcPts val="0"/>
              </a:spcAft>
              <a:buClr>
                <a:srgbClr val="000000"/>
              </a:buClr>
              <a:buSzPts val="1800"/>
              <a:buChar char="•"/>
              <a:defRPr/>
            </a:lvl9pPr>
          </a:lstStyle>
          <a:p/>
        </p:txBody>
      </p:sp>
      <p:sp>
        <p:nvSpPr>
          <p:cNvPr id="70" name="Google Shape;70;p16"/>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17"/>
          <p:cNvSpPr txBox="1"/>
          <p:nvPr>
            <p:ph type="title"/>
          </p:nvPr>
        </p:nvSpPr>
        <p:spPr>
          <a:xfrm>
            <a:off x="722313" y="3305175"/>
            <a:ext cx="7772400" cy="1021556"/>
          </a:xfrm>
          <a:prstGeom prst="rect">
            <a:avLst/>
          </a:prstGeom>
          <a:noFill/>
          <a:ln>
            <a:noFill/>
          </a:ln>
        </p:spPr>
        <p:txBody>
          <a:bodyPr anchorCtr="1" anchor="t" bIns="0" lIns="0" spcFirstLastPara="1" rIns="0" wrap="square" tIns="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17"/>
          <p:cNvSpPr txBox="1"/>
          <p:nvPr>
            <p:ph idx="1" type="body"/>
          </p:nvPr>
        </p:nvSpPr>
        <p:spPr>
          <a:xfrm>
            <a:off x="722313" y="2180035"/>
            <a:ext cx="7772400" cy="1125140"/>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Clr>
                <a:srgbClr val="000000"/>
              </a:buClr>
              <a:buSzPts val="2000"/>
              <a:buFont typeface="Calibri"/>
              <a:buNone/>
              <a:defRPr sz="2000"/>
            </a:lvl1pPr>
            <a:lvl2pPr indent="-228600" lvl="1" marL="914400" algn="l">
              <a:lnSpc>
                <a:spcPct val="90000"/>
              </a:lnSpc>
              <a:spcBef>
                <a:spcPts val="1413"/>
              </a:spcBef>
              <a:spcAft>
                <a:spcPts val="0"/>
              </a:spcAft>
              <a:buClr>
                <a:srgbClr val="000000"/>
              </a:buClr>
              <a:buSzPts val="1800"/>
              <a:buFont typeface="Calibri"/>
              <a:buNone/>
              <a:defRPr sz="1800"/>
            </a:lvl2pPr>
            <a:lvl3pPr indent="-228600" lvl="2" marL="1371600" algn="l">
              <a:lnSpc>
                <a:spcPct val="90000"/>
              </a:lnSpc>
              <a:spcBef>
                <a:spcPts val="500"/>
              </a:spcBef>
              <a:spcAft>
                <a:spcPts val="0"/>
              </a:spcAft>
              <a:buClr>
                <a:srgbClr val="000000"/>
              </a:buClr>
              <a:buSzPts val="1600"/>
              <a:buFont typeface="Calibri"/>
              <a:buNone/>
              <a:defRPr sz="1600"/>
            </a:lvl3pPr>
            <a:lvl4pPr indent="-228600" lvl="3" marL="1828800" algn="l">
              <a:lnSpc>
                <a:spcPct val="90000"/>
              </a:lnSpc>
              <a:spcBef>
                <a:spcPts val="500"/>
              </a:spcBef>
              <a:spcAft>
                <a:spcPts val="0"/>
              </a:spcAft>
              <a:buClr>
                <a:srgbClr val="000000"/>
              </a:buClr>
              <a:buSzPts val="1400"/>
              <a:buFont typeface="Calibri"/>
              <a:buNone/>
              <a:defRPr sz="1400"/>
            </a:lvl4pPr>
            <a:lvl5pPr indent="-228600" lvl="4" marL="2286000" algn="l">
              <a:lnSpc>
                <a:spcPct val="90000"/>
              </a:lnSpc>
              <a:spcBef>
                <a:spcPts val="500"/>
              </a:spcBef>
              <a:spcAft>
                <a:spcPts val="0"/>
              </a:spcAft>
              <a:buClr>
                <a:srgbClr val="000000"/>
              </a:buClr>
              <a:buSzPts val="1400"/>
              <a:buFont typeface="Calibri"/>
              <a:buNone/>
              <a:defRPr sz="1400"/>
            </a:lvl5pPr>
            <a:lvl6pPr indent="-228600" lvl="5" marL="2743200" algn="l">
              <a:lnSpc>
                <a:spcPct val="90000"/>
              </a:lnSpc>
              <a:spcBef>
                <a:spcPts val="500"/>
              </a:spcBef>
              <a:spcAft>
                <a:spcPts val="0"/>
              </a:spcAft>
              <a:buClr>
                <a:srgbClr val="000000"/>
              </a:buClr>
              <a:buSzPts val="1400"/>
              <a:buFont typeface="Calibri"/>
              <a:buNone/>
              <a:defRPr sz="1400"/>
            </a:lvl6pPr>
            <a:lvl7pPr indent="-228600" lvl="6" marL="3200400" algn="l">
              <a:lnSpc>
                <a:spcPct val="90000"/>
              </a:lnSpc>
              <a:spcBef>
                <a:spcPts val="500"/>
              </a:spcBef>
              <a:spcAft>
                <a:spcPts val="0"/>
              </a:spcAft>
              <a:buClr>
                <a:srgbClr val="000000"/>
              </a:buClr>
              <a:buSzPts val="1400"/>
              <a:buFont typeface="Calibri"/>
              <a:buNone/>
              <a:defRPr sz="1400"/>
            </a:lvl7pPr>
            <a:lvl8pPr indent="-228600" lvl="7" marL="3657600" algn="l">
              <a:lnSpc>
                <a:spcPct val="90000"/>
              </a:lnSpc>
              <a:spcBef>
                <a:spcPts val="500"/>
              </a:spcBef>
              <a:spcAft>
                <a:spcPts val="0"/>
              </a:spcAft>
              <a:buClr>
                <a:srgbClr val="000000"/>
              </a:buClr>
              <a:buSzPts val="1400"/>
              <a:buFont typeface="Calibri"/>
              <a:buNone/>
              <a:defRPr sz="1400"/>
            </a:lvl8pPr>
            <a:lvl9pPr indent="-228600" lvl="8" marL="4114800" algn="l">
              <a:lnSpc>
                <a:spcPct val="90000"/>
              </a:lnSpc>
              <a:spcBef>
                <a:spcPts val="500"/>
              </a:spcBef>
              <a:spcAft>
                <a:spcPts val="0"/>
              </a:spcAft>
              <a:buClr>
                <a:srgbClr val="000000"/>
              </a:buClr>
              <a:buSzPts val="1400"/>
              <a:buFont typeface="Calibri"/>
              <a:buNone/>
              <a:defRPr sz="1400"/>
            </a:lvl9pPr>
          </a:lstStyle>
          <a:p/>
        </p:txBody>
      </p:sp>
      <p:sp>
        <p:nvSpPr>
          <p:cNvPr id="76" name="Google Shape;76;p17"/>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9" name="Shape 79"/>
        <p:cNvGrpSpPr/>
        <p:nvPr/>
      </p:nvGrpSpPr>
      <p:grpSpPr>
        <a:xfrm>
          <a:off x="0" y="0"/>
          <a:ext cx="0" cy="0"/>
          <a:chOff x="0" y="0"/>
          <a:chExt cx="0" cy="0"/>
        </a:xfrm>
      </p:grpSpPr>
      <p:sp>
        <p:nvSpPr>
          <p:cNvPr id="80" name="Google Shape;80;p18"/>
          <p:cNvSpPr txBox="1"/>
          <p:nvPr>
            <p:ph type="title"/>
          </p:nvPr>
        </p:nvSpPr>
        <p:spPr>
          <a:xfrm>
            <a:off x="457200" y="204788"/>
            <a:ext cx="8229600" cy="858441"/>
          </a:xfrm>
          <a:prstGeom prst="rect">
            <a:avLst/>
          </a:prstGeom>
          <a:noFill/>
          <a:ln>
            <a:noFill/>
          </a:ln>
        </p:spPr>
        <p:txBody>
          <a:bodyPr anchorCtr="1" anchor="ctr"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18"/>
          <p:cNvSpPr txBox="1"/>
          <p:nvPr>
            <p:ph idx="1" type="body"/>
          </p:nvPr>
        </p:nvSpPr>
        <p:spPr>
          <a:xfrm>
            <a:off x="457200" y="1203722"/>
            <a:ext cx="4038600" cy="3394471"/>
          </a:xfrm>
          <a:prstGeom prst="rect">
            <a:avLst/>
          </a:prstGeom>
          <a:noFill/>
          <a:ln>
            <a:noFill/>
          </a:ln>
        </p:spPr>
        <p:txBody>
          <a:bodyPr anchorCtr="0" anchor="t" bIns="0" lIns="0" spcFirstLastPara="1" rIns="0" wrap="square" tIns="0">
            <a:noAutofit/>
          </a:bodyPr>
          <a:lstStyle>
            <a:lvl1pPr indent="-406400" lvl="0" marL="457200" algn="l">
              <a:spcBef>
                <a:spcPts val="0"/>
              </a:spcBef>
              <a:spcAft>
                <a:spcPts val="0"/>
              </a:spcAft>
              <a:buClr>
                <a:srgbClr val="000000"/>
              </a:buClr>
              <a:buSzPts val="2800"/>
              <a:buFont typeface="Calibri"/>
              <a:buChar char="•"/>
              <a:defRPr sz="2800"/>
            </a:lvl1pPr>
            <a:lvl2pPr indent="-381000" lvl="1" marL="914400" algn="l">
              <a:lnSpc>
                <a:spcPct val="90000"/>
              </a:lnSpc>
              <a:spcBef>
                <a:spcPts val="1413"/>
              </a:spcBef>
              <a:spcAft>
                <a:spcPts val="0"/>
              </a:spcAft>
              <a:buClr>
                <a:srgbClr val="000000"/>
              </a:buClr>
              <a:buSzPts val="2400"/>
              <a:buFont typeface="Calibri"/>
              <a:buChar char="•"/>
              <a:defRPr sz="2400"/>
            </a:lvl2pPr>
            <a:lvl3pPr indent="-355600" lvl="2" marL="1371600" algn="l">
              <a:lnSpc>
                <a:spcPct val="90000"/>
              </a:lnSpc>
              <a:spcBef>
                <a:spcPts val="500"/>
              </a:spcBef>
              <a:spcAft>
                <a:spcPts val="0"/>
              </a:spcAft>
              <a:buClr>
                <a:srgbClr val="000000"/>
              </a:buClr>
              <a:buSzPts val="2000"/>
              <a:buFont typeface="Calibri"/>
              <a:buChar char="•"/>
              <a:defRPr sz="2000"/>
            </a:lvl3pPr>
            <a:lvl4pPr indent="-342900" lvl="3" marL="1828800" algn="l">
              <a:lnSpc>
                <a:spcPct val="90000"/>
              </a:lnSpc>
              <a:spcBef>
                <a:spcPts val="500"/>
              </a:spcBef>
              <a:spcAft>
                <a:spcPts val="0"/>
              </a:spcAft>
              <a:buClr>
                <a:srgbClr val="000000"/>
              </a:buClr>
              <a:buSzPts val="1800"/>
              <a:buFont typeface="Calibri"/>
              <a:buChar char="•"/>
              <a:defRPr sz="1800"/>
            </a:lvl4pPr>
            <a:lvl5pPr indent="-342900" lvl="4" marL="2286000" algn="l">
              <a:lnSpc>
                <a:spcPct val="90000"/>
              </a:lnSpc>
              <a:spcBef>
                <a:spcPts val="500"/>
              </a:spcBef>
              <a:spcAft>
                <a:spcPts val="0"/>
              </a:spcAft>
              <a:buClr>
                <a:srgbClr val="000000"/>
              </a:buClr>
              <a:buSzPts val="1800"/>
              <a:buFont typeface="Calibri"/>
              <a:buChar char="•"/>
              <a:defRPr sz="1800"/>
            </a:lvl5pPr>
            <a:lvl6pPr indent="-342900" lvl="5" marL="2743200" algn="l">
              <a:lnSpc>
                <a:spcPct val="90000"/>
              </a:lnSpc>
              <a:spcBef>
                <a:spcPts val="500"/>
              </a:spcBef>
              <a:spcAft>
                <a:spcPts val="0"/>
              </a:spcAft>
              <a:buClr>
                <a:srgbClr val="000000"/>
              </a:buClr>
              <a:buSzPts val="1800"/>
              <a:buFont typeface="Calibri"/>
              <a:buChar char="•"/>
              <a:defRPr sz="1800"/>
            </a:lvl6pPr>
            <a:lvl7pPr indent="-342900" lvl="6" marL="3200400" algn="l">
              <a:lnSpc>
                <a:spcPct val="90000"/>
              </a:lnSpc>
              <a:spcBef>
                <a:spcPts val="500"/>
              </a:spcBef>
              <a:spcAft>
                <a:spcPts val="0"/>
              </a:spcAft>
              <a:buClr>
                <a:srgbClr val="000000"/>
              </a:buClr>
              <a:buSzPts val="1800"/>
              <a:buFont typeface="Calibri"/>
              <a:buChar char="•"/>
              <a:defRPr sz="1800"/>
            </a:lvl7pPr>
            <a:lvl8pPr indent="-342900" lvl="7" marL="3657600" algn="l">
              <a:lnSpc>
                <a:spcPct val="90000"/>
              </a:lnSpc>
              <a:spcBef>
                <a:spcPts val="500"/>
              </a:spcBef>
              <a:spcAft>
                <a:spcPts val="0"/>
              </a:spcAft>
              <a:buClr>
                <a:srgbClr val="000000"/>
              </a:buClr>
              <a:buSzPts val="1800"/>
              <a:buFont typeface="Calibri"/>
              <a:buChar char="•"/>
              <a:defRPr sz="1800"/>
            </a:lvl8pPr>
            <a:lvl9pPr indent="-342900" lvl="8" marL="4114800" algn="l">
              <a:lnSpc>
                <a:spcPct val="90000"/>
              </a:lnSpc>
              <a:spcBef>
                <a:spcPts val="500"/>
              </a:spcBef>
              <a:spcAft>
                <a:spcPts val="0"/>
              </a:spcAft>
              <a:buClr>
                <a:srgbClr val="000000"/>
              </a:buClr>
              <a:buSzPts val="1800"/>
              <a:buFont typeface="Calibri"/>
              <a:buChar char="•"/>
              <a:defRPr sz="1800"/>
            </a:lvl9pPr>
          </a:lstStyle>
          <a:p/>
        </p:txBody>
      </p:sp>
      <p:sp>
        <p:nvSpPr>
          <p:cNvPr id="82" name="Google Shape;82;p18"/>
          <p:cNvSpPr txBox="1"/>
          <p:nvPr>
            <p:ph idx="2" type="body"/>
          </p:nvPr>
        </p:nvSpPr>
        <p:spPr>
          <a:xfrm>
            <a:off x="4648200" y="1203722"/>
            <a:ext cx="4038600" cy="3394471"/>
          </a:xfrm>
          <a:prstGeom prst="rect">
            <a:avLst/>
          </a:prstGeom>
          <a:noFill/>
          <a:ln>
            <a:noFill/>
          </a:ln>
        </p:spPr>
        <p:txBody>
          <a:bodyPr anchorCtr="0" anchor="t" bIns="0" lIns="0" spcFirstLastPara="1" rIns="0" wrap="square" tIns="0">
            <a:noAutofit/>
          </a:bodyPr>
          <a:lstStyle>
            <a:lvl1pPr indent="-406400" lvl="0" marL="457200" algn="l">
              <a:spcBef>
                <a:spcPts val="0"/>
              </a:spcBef>
              <a:spcAft>
                <a:spcPts val="0"/>
              </a:spcAft>
              <a:buClr>
                <a:srgbClr val="000000"/>
              </a:buClr>
              <a:buSzPts val="2800"/>
              <a:buFont typeface="Calibri"/>
              <a:buChar char="•"/>
              <a:defRPr sz="2800"/>
            </a:lvl1pPr>
            <a:lvl2pPr indent="-381000" lvl="1" marL="914400" algn="l">
              <a:lnSpc>
                <a:spcPct val="90000"/>
              </a:lnSpc>
              <a:spcBef>
                <a:spcPts val="1413"/>
              </a:spcBef>
              <a:spcAft>
                <a:spcPts val="0"/>
              </a:spcAft>
              <a:buClr>
                <a:srgbClr val="000000"/>
              </a:buClr>
              <a:buSzPts val="2400"/>
              <a:buFont typeface="Calibri"/>
              <a:buChar char="•"/>
              <a:defRPr sz="2400"/>
            </a:lvl2pPr>
            <a:lvl3pPr indent="-355600" lvl="2" marL="1371600" algn="l">
              <a:lnSpc>
                <a:spcPct val="90000"/>
              </a:lnSpc>
              <a:spcBef>
                <a:spcPts val="500"/>
              </a:spcBef>
              <a:spcAft>
                <a:spcPts val="0"/>
              </a:spcAft>
              <a:buClr>
                <a:srgbClr val="000000"/>
              </a:buClr>
              <a:buSzPts val="2000"/>
              <a:buFont typeface="Calibri"/>
              <a:buChar char="•"/>
              <a:defRPr sz="2000"/>
            </a:lvl3pPr>
            <a:lvl4pPr indent="-342900" lvl="3" marL="1828800" algn="l">
              <a:lnSpc>
                <a:spcPct val="90000"/>
              </a:lnSpc>
              <a:spcBef>
                <a:spcPts val="500"/>
              </a:spcBef>
              <a:spcAft>
                <a:spcPts val="0"/>
              </a:spcAft>
              <a:buClr>
                <a:srgbClr val="000000"/>
              </a:buClr>
              <a:buSzPts val="1800"/>
              <a:buFont typeface="Calibri"/>
              <a:buChar char="•"/>
              <a:defRPr sz="1800"/>
            </a:lvl4pPr>
            <a:lvl5pPr indent="-342900" lvl="4" marL="2286000" algn="l">
              <a:lnSpc>
                <a:spcPct val="90000"/>
              </a:lnSpc>
              <a:spcBef>
                <a:spcPts val="500"/>
              </a:spcBef>
              <a:spcAft>
                <a:spcPts val="0"/>
              </a:spcAft>
              <a:buClr>
                <a:srgbClr val="000000"/>
              </a:buClr>
              <a:buSzPts val="1800"/>
              <a:buFont typeface="Calibri"/>
              <a:buChar char="•"/>
              <a:defRPr sz="1800"/>
            </a:lvl5pPr>
            <a:lvl6pPr indent="-342900" lvl="5" marL="2743200" algn="l">
              <a:lnSpc>
                <a:spcPct val="90000"/>
              </a:lnSpc>
              <a:spcBef>
                <a:spcPts val="500"/>
              </a:spcBef>
              <a:spcAft>
                <a:spcPts val="0"/>
              </a:spcAft>
              <a:buClr>
                <a:srgbClr val="000000"/>
              </a:buClr>
              <a:buSzPts val="1800"/>
              <a:buFont typeface="Calibri"/>
              <a:buChar char="•"/>
              <a:defRPr sz="1800"/>
            </a:lvl6pPr>
            <a:lvl7pPr indent="-342900" lvl="6" marL="3200400" algn="l">
              <a:lnSpc>
                <a:spcPct val="90000"/>
              </a:lnSpc>
              <a:spcBef>
                <a:spcPts val="500"/>
              </a:spcBef>
              <a:spcAft>
                <a:spcPts val="0"/>
              </a:spcAft>
              <a:buClr>
                <a:srgbClr val="000000"/>
              </a:buClr>
              <a:buSzPts val="1800"/>
              <a:buFont typeface="Calibri"/>
              <a:buChar char="•"/>
              <a:defRPr sz="1800"/>
            </a:lvl7pPr>
            <a:lvl8pPr indent="-342900" lvl="7" marL="3657600" algn="l">
              <a:lnSpc>
                <a:spcPct val="90000"/>
              </a:lnSpc>
              <a:spcBef>
                <a:spcPts val="500"/>
              </a:spcBef>
              <a:spcAft>
                <a:spcPts val="0"/>
              </a:spcAft>
              <a:buClr>
                <a:srgbClr val="000000"/>
              </a:buClr>
              <a:buSzPts val="1800"/>
              <a:buFont typeface="Calibri"/>
              <a:buChar char="•"/>
              <a:defRPr sz="1800"/>
            </a:lvl8pPr>
            <a:lvl9pPr indent="-342900" lvl="8" marL="4114800" algn="l">
              <a:lnSpc>
                <a:spcPct val="90000"/>
              </a:lnSpc>
              <a:spcBef>
                <a:spcPts val="500"/>
              </a:spcBef>
              <a:spcAft>
                <a:spcPts val="0"/>
              </a:spcAft>
              <a:buClr>
                <a:srgbClr val="000000"/>
              </a:buClr>
              <a:buSzPts val="1800"/>
              <a:buFont typeface="Calibri"/>
              <a:buChar char="•"/>
              <a:defRPr sz="1800"/>
            </a:lvl9pPr>
          </a:lstStyle>
          <a:p/>
        </p:txBody>
      </p:sp>
      <p:sp>
        <p:nvSpPr>
          <p:cNvPr id="83" name="Google Shape;83;p18"/>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8"/>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9"/>
          <p:cNvSpPr txBox="1"/>
          <p:nvPr>
            <p:ph type="title"/>
          </p:nvPr>
        </p:nvSpPr>
        <p:spPr>
          <a:xfrm>
            <a:off x="457200" y="205978"/>
            <a:ext cx="8229600" cy="857250"/>
          </a:xfrm>
          <a:prstGeom prst="rect">
            <a:avLst/>
          </a:prstGeom>
          <a:noFill/>
          <a:ln>
            <a:noFill/>
          </a:ln>
        </p:spPr>
        <p:txBody>
          <a:bodyPr anchorCtr="1" anchor="ctr"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19"/>
          <p:cNvSpPr txBox="1"/>
          <p:nvPr>
            <p:ph idx="1" type="body"/>
          </p:nvPr>
        </p:nvSpPr>
        <p:spPr>
          <a:xfrm>
            <a:off x="457200" y="1151335"/>
            <a:ext cx="4040188" cy="479822"/>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Clr>
                <a:srgbClr val="000000"/>
              </a:buClr>
              <a:buSzPts val="2400"/>
              <a:buFont typeface="Calibri"/>
              <a:buNone/>
              <a:defRPr b="1" sz="2400"/>
            </a:lvl1pPr>
            <a:lvl2pPr indent="-228600" lvl="1" marL="914400" algn="l">
              <a:lnSpc>
                <a:spcPct val="90000"/>
              </a:lnSpc>
              <a:spcBef>
                <a:spcPts val="1413"/>
              </a:spcBef>
              <a:spcAft>
                <a:spcPts val="0"/>
              </a:spcAft>
              <a:buClr>
                <a:srgbClr val="000000"/>
              </a:buClr>
              <a:buSzPts val="2000"/>
              <a:buFont typeface="Calibri"/>
              <a:buNone/>
              <a:defRPr b="1" sz="2000"/>
            </a:lvl2pPr>
            <a:lvl3pPr indent="-228600" lvl="2" marL="1371600" algn="l">
              <a:lnSpc>
                <a:spcPct val="90000"/>
              </a:lnSpc>
              <a:spcBef>
                <a:spcPts val="500"/>
              </a:spcBef>
              <a:spcAft>
                <a:spcPts val="0"/>
              </a:spcAft>
              <a:buClr>
                <a:srgbClr val="000000"/>
              </a:buClr>
              <a:buSzPts val="1800"/>
              <a:buFont typeface="Calibri"/>
              <a:buNone/>
              <a:defRPr b="1" sz="1800"/>
            </a:lvl3pPr>
            <a:lvl4pPr indent="-228600" lvl="3" marL="1828800" algn="l">
              <a:lnSpc>
                <a:spcPct val="90000"/>
              </a:lnSpc>
              <a:spcBef>
                <a:spcPts val="500"/>
              </a:spcBef>
              <a:spcAft>
                <a:spcPts val="0"/>
              </a:spcAft>
              <a:buClr>
                <a:srgbClr val="000000"/>
              </a:buClr>
              <a:buSzPts val="1600"/>
              <a:buFont typeface="Calibri"/>
              <a:buNone/>
              <a:defRPr b="1" sz="1600"/>
            </a:lvl4pPr>
            <a:lvl5pPr indent="-228600" lvl="4" marL="2286000" algn="l">
              <a:lnSpc>
                <a:spcPct val="90000"/>
              </a:lnSpc>
              <a:spcBef>
                <a:spcPts val="500"/>
              </a:spcBef>
              <a:spcAft>
                <a:spcPts val="0"/>
              </a:spcAft>
              <a:buClr>
                <a:srgbClr val="000000"/>
              </a:buClr>
              <a:buSzPts val="1600"/>
              <a:buFont typeface="Calibri"/>
              <a:buNone/>
              <a:defRPr b="1" sz="1600"/>
            </a:lvl5pPr>
            <a:lvl6pPr indent="-228600" lvl="5" marL="2743200" algn="l">
              <a:lnSpc>
                <a:spcPct val="90000"/>
              </a:lnSpc>
              <a:spcBef>
                <a:spcPts val="500"/>
              </a:spcBef>
              <a:spcAft>
                <a:spcPts val="0"/>
              </a:spcAft>
              <a:buClr>
                <a:srgbClr val="000000"/>
              </a:buClr>
              <a:buSzPts val="1600"/>
              <a:buFont typeface="Calibri"/>
              <a:buNone/>
              <a:defRPr b="1" sz="1600"/>
            </a:lvl6pPr>
            <a:lvl7pPr indent="-228600" lvl="6" marL="3200400" algn="l">
              <a:lnSpc>
                <a:spcPct val="90000"/>
              </a:lnSpc>
              <a:spcBef>
                <a:spcPts val="500"/>
              </a:spcBef>
              <a:spcAft>
                <a:spcPts val="0"/>
              </a:spcAft>
              <a:buClr>
                <a:srgbClr val="000000"/>
              </a:buClr>
              <a:buSzPts val="1600"/>
              <a:buFont typeface="Calibri"/>
              <a:buNone/>
              <a:defRPr b="1" sz="1600"/>
            </a:lvl7pPr>
            <a:lvl8pPr indent="-228600" lvl="7" marL="3657600" algn="l">
              <a:lnSpc>
                <a:spcPct val="90000"/>
              </a:lnSpc>
              <a:spcBef>
                <a:spcPts val="500"/>
              </a:spcBef>
              <a:spcAft>
                <a:spcPts val="0"/>
              </a:spcAft>
              <a:buClr>
                <a:srgbClr val="000000"/>
              </a:buClr>
              <a:buSzPts val="1600"/>
              <a:buFont typeface="Calibri"/>
              <a:buNone/>
              <a:defRPr b="1" sz="1600"/>
            </a:lvl8pPr>
            <a:lvl9pPr indent="-228600" lvl="8" marL="4114800" algn="l">
              <a:lnSpc>
                <a:spcPct val="90000"/>
              </a:lnSpc>
              <a:spcBef>
                <a:spcPts val="500"/>
              </a:spcBef>
              <a:spcAft>
                <a:spcPts val="0"/>
              </a:spcAft>
              <a:buClr>
                <a:srgbClr val="000000"/>
              </a:buClr>
              <a:buSzPts val="1600"/>
              <a:buFont typeface="Calibri"/>
              <a:buNone/>
              <a:defRPr b="1" sz="1600"/>
            </a:lvl9pPr>
          </a:lstStyle>
          <a:p/>
        </p:txBody>
      </p:sp>
      <p:sp>
        <p:nvSpPr>
          <p:cNvPr id="89" name="Google Shape;89;p19"/>
          <p:cNvSpPr txBox="1"/>
          <p:nvPr>
            <p:ph idx="2" type="body"/>
          </p:nvPr>
        </p:nvSpPr>
        <p:spPr>
          <a:xfrm>
            <a:off x="457200" y="1631156"/>
            <a:ext cx="4040188" cy="2963466"/>
          </a:xfrm>
          <a:prstGeom prst="rect">
            <a:avLst/>
          </a:prstGeom>
          <a:noFill/>
          <a:ln>
            <a:noFill/>
          </a:ln>
        </p:spPr>
        <p:txBody>
          <a:bodyPr anchorCtr="0" anchor="t" bIns="0" lIns="0" spcFirstLastPara="1" rIns="0" wrap="square" tIns="0">
            <a:noAutofit/>
          </a:bodyPr>
          <a:lstStyle>
            <a:lvl1pPr indent="-381000" lvl="0" marL="457200" algn="l">
              <a:spcBef>
                <a:spcPts val="0"/>
              </a:spcBef>
              <a:spcAft>
                <a:spcPts val="0"/>
              </a:spcAft>
              <a:buClr>
                <a:srgbClr val="000000"/>
              </a:buClr>
              <a:buSzPts val="2400"/>
              <a:buFont typeface="Calibri"/>
              <a:buChar char="•"/>
              <a:defRPr sz="2400"/>
            </a:lvl1pPr>
            <a:lvl2pPr indent="-355600" lvl="1" marL="914400" algn="l">
              <a:lnSpc>
                <a:spcPct val="90000"/>
              </a:lnSpc>
              <a:spcBef>
                <a:spcPts val="1413"/>
              </a:spcBef>
              <a:spcAft>
                <a:spcPts val="0"/>
              </a:spcAft>
              <a:buClr>
                <a:srgbClr val="000000"/>
              </a:buClr>
              <a:buSzPts val="2000"/>
              <a:buFont typeface="Calibri"/>
              <a:buChar char="•"/>
              <a:defRPr sz="2000"/>
            </a:lvl2pPr>
            <a:lvl3pPr indent="-342900" lvl="2" marL="1371600" algn="l">
              <a:lnSpc>
                <a:spcPct val="90000"/>
              </a:lnSpc>
              <a:spcBef>
                <a:spcPts val="500"/>
              </a:spcBef>
              <a:spcAft>
                <a:spcPts val="0"/>
              </a:spcAft>
              <a:buClr>
                <a:srgbClr val="000000"/>
              </a:buClr>
              <a:buSzPts val="1800"/>
              <a:buFont typeface="Calibri"/>
              <a:buChar char="•"/>
              <a:defRPr sz="1800"/>
            </a:lvl3pPr>
            <a:lvl4pPr indent="-330200" lvl="3" marL="1828800" algn="l">
              <a:lnSpc>
                <a:spcPct val="90000"/>
              </a:lnSpc>
              <a:spcBef>
                <a:spcPts val="500"/>
              </a:spcBef>
              <a:spcAft>
                <a:spcPts val="0"/>
              </a:spcAft>
              <a:buClr>
                <a:srgbClr val="000000"/>
              </a:buClr>
              <a:buSzPts val="1600"/>
              <a:buFont typeface="Calibri"/>
              <a:buChar char="•"/>
              <a:defRPr sz="1600"/>
            </a:lvl4pPr>
            <a:lvl5pPr indent="-330200" lvl="4" marL="2286000" algn="l">
              <a:lnSpc>
                <a:spcPct val="90000"/>
              </a:lnSpc>
              <a:spcBef>
                <a:spcPts val="500"/>
              </a:spcBef>
              <a:spcAft>
                <a:spcPts val="0"/>
              </a:spcAft>
              <a:buClr>
                <a:srgbClr val="000000"/>
              </a:buClr>
              <a:buSzPts val="1600"/>
              <a:buFont typeface="Calibri"/>
              <a:buChar char="•"/>
              <a:defRPr sz="1600"/>
            </a:lvl5pPr>
            <a:lvl6pPr indent="-330200" lvl="5" marL="2743200" algn="l">
              <a:lnSpc>
                <a:spcPct val="90000"/>
              </a:lnSpc>
              <a:spcBef>
                <a:spcPts val="500"/>
              </a:spcBef>
              <a:spcAft>
                <a:spcPts val="0"/>
              </a:spcAft>
              <a:buClr>
                <a:srgbClr val="000000"/>
              </a:buClr>
              <a:buSzPts val="1600"/>
              <a:buFont typeface="Calibri"/>
              <a:buChar char="•"/>
              <a:defRPr sz="1600"/>
            </a:lvl6pPr>
            <a:lvl7pPr indent="-330200" lvl="6" marL="3200400" algn="l">
              <a:lnSpc>
                <a:spcPct val="90000"/>
              </a:lnSpc>
              <a:spcBef>
                <a:spcPts val="500"/>
              </a:spcBef>
              <a:spcAft>
                <a:spcPts val="0"/>
              </a:spcAft>
              <a:buClr>
                <a:srgbClr val="000000"/>
              </a:buClr>
              <a:buSzPts val="1600"/>
              <a:buFont typeface="Calibri"/>
              <a:buChar char="•"/>
              <a:defRPr sz="1600"/>
            </a:lvl7pPr>
            <a:lvl8pPr indent="-330200" lvl="7" marL="3657600" algn="l">
              <a:lnSpc>
                <a:spcPct val="90000"/>
              </a:lnSpc>
              <a:spcBef>
                <a:spcPts val="500"/>
              </a:spcBef>
              <a:spcAft>
                <a:spcPts val="0"/>
              </a:spcAft>
              <a:buClr>
                <a:srgbClr val="000000"/>
              </a:buClr>
              <a:buSzPts val="1600"/>
              <a:buFont typeface="Calibri"/>
              <a:buChar char="•"/>
              <a:defRPr sz="1600"/>
            </a:lvl8pPr>
            <a:lvl9pPr indent="-330200" lvl="8" marL="4114800" algn="l">
              <a:lnSpc>
                <a:spcPct val="90000"/>
              </a:lnSpc>
              <a:spcBef>
                <a:spcPts val="500"/>
              </a:spcBef>
              <a:spcAft>
                <a:spcPts val="0"/>
              </a:spcAft>
              <a:buClr>
                <a:srgbClr val="000000"/>
              </a:buClr>
              <a:buSzPts val="1600"/>
              <a:buFont typeface="Calibri"/>
              <a:buChar char="•"/>
              <a:defRPr sz="1600"/>
            </a:lvl9pPr>
          </a:lstStyle>
          <a:p/>
        </p:txBody>
      </p:sp>
      <p:sp>
        <p:nvSpPr>
          <p:cNvPr id="90" name="Google Shape;90;p19"/>
          <p:cNvSpPr txBox="1"/>
          <p:nvPr>
            <p:ph idx="3" type="body"/>
          </p:nvPr>
        </p:nvSpPr>
        <p:spPr>
          <a:xfrm>
            <a:off x="4645025" y="1151335"/>
            <a:ext cx="4041775" cy="479822"/>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Clr>
                <a:srgbClr val="000000"/>
              </a:buClr>
              <a:buSzPts val="2400"/>
              <a:buFont typeface="Calibri"/>
              <a:buNone/>
              <a:defRPr b="1" sz="2400"/>
            </a:lvl1pPr>
            <a:lvl2pPr indent="-228600" lvl="1" marL="914400" algn="l">
              <a:lnSpc>
                <a:spcPct val="90000"/>
              </a:lnSpc>
              <a:spcBef>
                <a:spcPts val="1413"/>
              </a:spcBef>
              <a:spcAft>
                <a:spcPts val="0"/>
              </a:spcAft>
              <a:buClr>
                <a:srgbClr val="000000"/>
              </a:buClr>
              <a:buSzPts val="2000"/>
              <a:buFont typeface="Calibri"/>
              <a:buNone/>
              <a:defRPr b="1" sz="2000"/>
            </a:lvl2pPr>
            <a:lvl3pPr indent="-228600" lvl="2" marL="1371600" algn="l">
              <a:lnSpc>
                <a:spcPct val="90000"/>
              </a:lnSpc>
              <a:spcBef>
                <a:spcPts val="500"/>
              </a:spcBef>
              <a:spcAft>
                <a:spcPts val="0"/>
              </a:spcAft>
              <a:buClr>
                <a:srgbClr val="000000"/>
              </a:buClr>
              <a:buSzPts val="1800"/>
              <a:buFont typeface="Calibri"/>
              <a:buNone/>
              <a:defRPr b="1" sz="1800"/>
            </a:lvl3pPr>
            <a:lvl4pPr indent="-228600" lvl="3" marL="1828800" algn="l">
              <a:lnSpc>
                <a:spcPct val="90000"/>
              </a:lnSpc>
              <a:spcBef>
                <a:spcPts val="500"/>
              </a:spcBef>
              <a:spcAft>
                <a:spcPts val="0"/>
              </a:spcAft>
              <a:buClr>
                <a:srgbClr val="000000"/>
              </a:buClr>
              <a:buSzPts val="1600"/>
              <a:buFont typeface="Calibri"/>
              <a:buNone/>
              <a:defRPr b="1" sz="1600"/>
            </a:lvl4pPr>
            <a:lvl5pPr indent="-228600" lvl="4" marL="2286000" algn="l">
              <a:lnSpc>
                <a:spcPct val="90000"/>
              </a:lnSpc>
              <a:spcBef>
                <a:spcPts val="500"/>
              </a:spcBef>
              <a:spcAft>
                <a:spcPts val="0"/>
              </a:spcAft>
              <a:buClr>
                <a:srgbClr val="000000"/>
              </a:buClr>
              <a:buSzPts val="1600"/>
              <a:buFont typeface="Calibri"/>
              <a:buNone/>
              <a:defRPr b="1" sz="1600"/>
            </a:lvl5pPr>
            <a:lvl6pPr indent="-228600" lvl="5" marL="2743200" algn="l">
              <a:lnSpc>
                <a:spcPct val="90000"/>
              </a:lnSpc>
              <a:spcBef>
                <a:spcPts val="500"/>
              </a:spcBef>
              <a:spcAft>
                <a:spcPts val="0"/>
              </a:spcAft>
              <a:buClr>
                <a:srgbClr val="000000"/>
              </a:buClr>
              <a:buSzPts val="1600"/>
              <a:buFont typeface="Calibri"/>
              <a:buNone/>
              <a:defRPr b="1" sz="1600"/>
            </a:lvl6pPr>
            <a:lvl7pPr indent="-228600" lvl="6" marL="3200400" algn="l">
              <a:lnSpc>
                <a:spcPct val="90000"/>
              </a:lnSpc>
              <a:spcBef>
                <a:spcPts val="500"/>
              </a:spcBef>
              <a:spcAft>
                <a:spcPts val="0"/>
              </a:spcAft>
              <a:buClr>
                <a:srgbClr val="000000"/>
              </a:buClr>
              <a:buSzPts val="1600"/>
              <a:buFont typeface="Calibri"/>
              <a:buNone/>
              <a:defRPr b="1" sz="1600"/>
            </a:lvl7pPr>
            <a:lvl8pPr indent="-228600" lvl="7" marL="3657600" algn="l">
              <a:lnSpc>
                <a:spcPct val="90000"/>
              </a:lnSpc>
              <a:spcBef>
                <a:spcPts val="500"/>
              </a:spcBef>
              <a:spcAft>
                <a:spcPts val="0"/>
              </a:spcAft>
              <a:buClr>
                <a:srgbClr val="000000"/>
              </a:buClr>
              <a:buSzPts val="1600"/>
              <a:buFont typeface="Calibri"/>
              <a:buNone/>
              <a:defRPr b="1" sz="1600"/>
            </a:lvl8pPr>
            <a:lvl9pPr indent="-228600" lvl="8" marL="4114800" algn="l">
              <a:lnSpc>
                <a:spcPct val="90000"/>
              </a:lnSpc>
              <a:spcBef>
                <a:spcPts val="500"/>
              </a:spcBef>
              <a:spcAft>
                <a:spcPts val="0"/>
              </a:spcAft>
              <a:buClr>
                <a:srgbClr val="000000"/>
              </a:buClr>
              <a:buSzPts val="1600"/>
              <a:buFont typeface="Calibri"/>
              <a:buNone/>
              <a:defRPr b="1" sz="1600"/>
            </a:lvl9pPr>
          </a:lstStyle>
          <a:p/>
        </p:txBody>
      </p:sp>
      <p:sp>
        <p:nvSpPr>
          <p:cNvPr id="91" name="Google Shape;91;p19"/>
          <p:cNvSpPr txBox="1"/>
          <p:nvPr>
            <p:ph idx="4" type="body"/>
          </p:nvPr>
        </p:nvSpPr>
        <p:spPr>
          <a:xfrm>
            <a:off x="4645025" y="1631156"/>
            <a:ext cx="4041775" cy="2963466"/>
          </a:xfrm>
          <a:prstGeom prst="rect">
            <a:avLst/>
          </a:prstGeom>
          <a:noFill/>
          <a:ln>
            <a:noFill/>
          </a:ln>
        </p:spPr>
        <p:txBody>
          <a:bodyPr anchorCtr="0" anchor="t" bIns="0" lIns="0" spcFirstLastPara="1" rIns="0" wrap="square" tIns="0">
            <a:noAutofit/>
          </a:bodyPr>
          <a:lstStyle>
            <a:lvl1pPr indent="-381000" lvl="0" marL="457200" algn="l">
              <a:spcBef>
                <a:spcPts val="0"/>
              </a:spcBef>
              <a:spcAft>
                <a:spcPts val="0"/>
              </a:spcAft>
              <a:buClr>
                <a:srgbClr val="000000"/>
              </a:buClr>
              <a:buSzPts val="2400"/>
              <a:buFont typeface="Calibri"/>
              <a:buChar char="•"/>
              <a:defRPr sz="2400"/>
            </a:lvl1pPr>
            <a:lvl2pPr indent="-355600" lvl="1" marL="914400" algn="l">
              <a:lnSpc>
                <a:spcPct val="90000"/>
              </a:lnSpc>
              <a:spcBef>
                <a:spcPts val="1413"/>
              </a:spcBef>
              <a:spcAft>
                <a:spcPts val="0"/>
              </a:spcAft>
              <a:buClr>
                <a:srgbClr val="000000"/>
              </a:buClr>
              <a:buSzPts val="2000"/>
              <a:buFont typeface="Calibri"/>
              <a:buChar char="•"/>
              <a:defRPr sz="2000"/>
            </a:lvl2pPr>
            <a:lvl3pPr indent="-342900" lvl="2" marL="1371600" algn="l">
              <a:lnSpc>
                <a:spcPct val="90000"/>
              </a:lnSpc>
              <a:spcBef>
                <a:spcPts val="500"/>
              </a:spcBef>
              <a:spcAft>
                <a:spcPts val="0"/>
              </a:spcAft>
              <a:buClr>
                <a:srgbClr val="000000"/>
              </a:buClr>
              <a:buSzPts val="1800"/>
              <a:buFont typeface="Calibri"/>
              <a:buChar char="•"/>
              <a:defRPr sz="1800"/>
            </a:lvl3pPr>
            <a:lvl4pPr indent="-330200" lvl="3" marL="1828800" algn="l">
              <a:lnSpc>
                <a:spcPct val="90000"/>
              </a:lnSpc>
              <a:spcBef>
                <a:spcPts val="500"/>
              </a:spcBef>
              <a:spcAft>
                <a:spcPts val="0"/>
              </a:spcAft>
              <a:buClr>
                <a:srgbClr val="000000"/>
              </a:buClr>
              <a:buSzPts val="1600"/>
              <a:buFont typeface="Calibri"/>
              <a:buChar char="•"/>
              <a:defRPr sz="1600"/>
            </a:lvl4pPr>
            <a:lvl5pPr indent="-330200" lvl="4" marL="2286000" algn="l">
              <a:lnSpc>
                <a:spcPct val="90000"/>
              </a:lnSpc>
              <a:spcBef>
                <a:spcPts val="500"/>
              </a:spcBef>
              <a:spcAft>
                <a:spcPts val="0"/>
              </a:spcAft>
              <a:buClr>
                <a:srgbClr val="000000"/>
              </a:buClr>
              <a:buSzPts val="1600"/>
              <a:buFont typeface="Calibri"/>
              <a:buChar char="•"/>
              <a:defRPr sz="1600"/>
            </a:lvl5pPr>
            <a:lvl6pPr indent="-330200" lvl="5" marL="2743200" algn="l">
              <a:lnSpc>
                <a:spcPct val="90000"/>
              </a:lnSpc>
              <a:spcBef>
                <a:spcPts val="500"/>
              </a:spcBef>
              <a:spcAft>
                <a:spcPts val="0"/>
              </a:spcAft>
              <a:buClr>
                <a:srgbClr val="000000"/>
              </a:buClr>
              <a:buSzPts val="1600"/>
              <a:buFont typeface="Calibri"/>
              <a:buChar char="•"/>
              <a:defRPr sz="1600"/>
            </a:lvl6pPr>
            <a:lvl7pPr indent="-330200" lvl="6" marL="3200400" algn="l">
              <a:lnSpc>
                <a:spcPct val="90000"/>
              </a:lnSpc>
              <a:spcBef>
                <a:spcPts val="500"/>
              </a:spcBef>
              <a:spcAft>
                <a:spcPts val="0"/>
              </a:spcAft>
              <a:buClr>
                <a:srgbClr val="000000"/>
              </a:buClr>
              <a:buSzPts val="1600"/>
              <a:buFont typeface="Calibri"/>
              <a:buChar char="•"/>
              <a:defRPr sz="1600"/>
            </a:lvl7pPr>
            <a:lvl8pPr indent="-330200" lvl="7" marL="3657600" algn="l">
              <a:lnSpc>
                <a:spcPct val="90000"/>
              </a:lnSpc>
              <a:spcBef>
                <a:spcPts val="500"/>
              </a:spcBef>
              <a:spcAft>
                <a:spcPts val="0"/>
              </a:spcAft>
              <a:buClr>
                <a:srgbClr val="000000"/>
              </a:buClr>
              <a:buSzPts val="1600"/>
              <a:buFont typeface="Calibri"/>
              <a:buChar char="•"/>
              <a:defRPr sz="1600"/>
            </a:lvl8pPr>
            <a:lvl9pPr indent="-330200" lvl="8" marL="4114800" algn="l">
              <a:lnSpc>
                <a:spcPct val="90000"/>
              </a:lnSpc>
              <a:spcBef>
                <a:spcPts val="500"/>
              </a:spcBef>
              <a:spcAft>
                <a:spcPts val="0"/>
              </a:spcAft>
              <a:buClr>
                <a:srgbClr val="000000"/>
              </a:buClr>
              <a:buSzPts val="1600"/>
              <a:buFont typeface="Calibri"/>
              <a:buChar char="•"/>
              <a:defRPr sz="1600"/>
            </a:lvl9pPr>
          </a:lstStyle>
          <a:p/>
        </p:txBody>
      </p:sp>
      <p:sp>
        <p:nvSpPr>
          <p:cNvPr id="92" name="Google Shape;92;p19"/>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9"/>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20"/>
          <p:cNvSpPr txBox="1"/>
          <p:nvPr>
            <p:ph type="title"/>
          </p:nvPr>
        </p:nvSpPr>
        <p:spPr>
          <a:xfrm>
            <a:off x="457200" y="204788"/>
            <a:ext cx="8229600" cy="858441"/>
          </a:xfrm>
          <a:prstGeom prst="rect">
            <a:avLst/>
          </a:prstGeom>
          <a:noFill/>
          <a:ln>
            <a:noFill/>
          </a:ln>
        </p:spPr>
        <p:txBody>
          <a:bodyPr anchorCtr="1" anchor="ctr"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7" name="Google Shape;97;p20"/>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0"/>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457200" y="204788"/>
            <a:ext cx="3008313" cy="871538"/>
          </a:xfrm>
          <a:prstGeom prst="rect">
            <a:avLst/>
          </a:prstGeom>
          <a:noFill/>
          <a:ln>
            <a:noFill/>
          </a:ln>
        </p:spPr>
        <p:txBody>
          <a:bodyPr anchorCtr="1" anchor="b" bIns="0" lIns="0" spcFirstLastPara="1" rIns="0" wrap="square" tIns="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21"/>
          <p:cNvSpPr txBox="1"/>
          <p:nvPr>
            <p:ph idx="1" type="body"/>
          </p:nvPr>
        </p:nvSpPr>
        <p:spPr>
          <a:xfrm>
            <a:off x="3575050" y="204788"/>
            <a:ext cx="5111750" cy="4389835"/>
          </a:xfrm>
          <a:prstGeom prst="rect">
            <a:avLst/>
          </a:prstGeom>
          <a:noFill/>
          <a:ln>
            <a:noFill/>
          </a:ln>
        </p:spPr>
        <p:txBody>
          <a:bodyPr anchorCtr="0" anchor="t" bIns="0" lIns="0" spcFirstLastPara="1" rIns="0" wrap="square" tIns="0">
            <a:noAutofit/>
          </a:bodyPr>
          <a:lstStyle>
            <a:lvl1pPr indent="-431800" lvl="0" marL="457200" algn="l">
              <a:spcBef>
                <a:spcPts val="0"/>
              </a:spcBef>
              <a:spcAft>
                <a:spcPts val="0"/>
              </a:spcAft>
              <a:buClr>
                <a:srgbClr val="000000"/>
              </a:buClr>
              <a:buSzPts val="3200"/>
              <a:buFont typeface="Calibri"/>
              <a:buChar char="•"/>
              <a:defRPr sz="3200"/>
            </a:lvl1pPr>
            <a:lvl2pPr indent="-406400" lvl="1" marL="914400" algn="l">
              <a:lnSpc>
                <a:spcPct val="90000"/>
              </a:lnSpc>
              <a:spcBef>
                <a:spcPts val="1413"/>
              </a:spcBef>
              <a:spcAft>
                <a:spcPts val="0"/>
              </a:spcAft>
              <a:buClr>
                <a:srgbClr val="000000"/>
              </a:buClr>
              <a:buSzPts val="2800"/>
              <a:buFont typeface="Calibri"/>
              <a:buChar char="•"/>
              <a:defRPr sz="2800"/>
            </a:lvl2pPr>
            <a:lvl3pPr indent="-381000" lvl="2" marL="1371600" algn="l">
              <a:lnSpc>
                <a:spcPct val="90000"/>
              </a:lnSpc>
              <a:spcBef>
                <a:spcPts val="500"/>
              </a:spcBef>
              <a:spcAft>
                <a:spcPts val="0"/>
              </a:spcAft>
              <a:buClr>
                <a:srgbClr val="000000"/>
              </a:buClr>
              <a:buSzPts val="2400"/>
              <a:buFont typeface="Calibri"/>
              <a:buChar char="•"/>
              <a:defRPr sz="2400"/>
            </a:lvl3pPr>
            <a:lvl4pPr indent="-355600" lvl="3" marL="1828800" algn="l">
              <a:lnSpc>
                <a:spcPct val="90000"/>
              </a:lnSpc>
              <a:spcBef>
                <a:spcPts val="500"/>
              </a:spcBef>
              <a:spcAft>
                <a:spcPts val="0"/>
              </a:spcAft>
              <a:buClr>
                <a:srgbClr val="000000"/>
              </a:buClr>
              <a:buSzPts val="2000"/>
              <a:buFont typeface="Calibri"/>
              <a:buChar char="•"/>
              <a:defRPr sz="2000"/>
            </a:lvl4pPr>
            <a:lvl5pPr indent="-355600" lvl="4" marL="2286000" algn="l">
              <a:lnSpc>
                <a:spcPct val="90000"/>
              </a:lnSpc>
              <a:spcBef>
                <a:spcPts val="500"/>
              </a:spcBef>
              <a:spcAft>
                <a:spcPts val="0"/>
              </a:spcAft>
              <a:buClr>
                <a:srgbClr val="000000"/>
              </a:buClr>
              <a:buSzPts val="2000"/>
              <a:buFont typeface="Calibri"/>
              <a:buChar char="•"/>
              <a:defRPr sz="2000"/>
            </a:lvl5pPr>
            <a:lvl6pPr indent="-355600" lvl="5" marL="2743200" algn="l">
              <a:lnSpc>
                <a:spcPct val="90000"/>
              </a:lnSpc>
              <a:spcBef>
                <a:spcPts val="500"/>
              </a:spcBef>
              <a:spcAft>
                <a:spcPts val="0"/>
              </a:spcAft>
              <a:buClr>
                <a:srgbClr val="000000"/>
              </a:buClr>
              <a:buSzPts val="2000"/>
              <a:buFont typeface="Calibri"/>
              <a:buChar char="•"/>
              <a:defRPr sz="2000"/>
            </a:lvl6pPr>
            <a:lvl7pPr indent="-355600" lvl="6" marL="3200400" algn="l">
              <a:lnSpc>
                <a:spcPct val="90000"/>
              </a:lnSpc>
              <a:spcBef>
                <a:spcPts val="500"/>
              </a:spcBef>
              <a:spcAft>
                <a:spcPts val="0"/>
              </a:spcAft>
              <a:buClr>
                <a:srgbClr val="000000"/>
              </a:buClr>
              <a:buSzPts val="2000"/>
              <a:buFont typeface="Calibri"/>
              <a:buChar char="•"/>
              <a:defRPr sz="2000"/>
            </a:lvl7pPr>
            <a:lvl8pPr indent="-355600" lvl="7" marL="3657600" algn="l">
              <a:lnSpc>
                <a:spcPct val="90000"/>
              </a:lnSpc>
              <a:spcBef>
                <a:spcPts val="500"/>
              </a:spcBef>
              <a:spcAft>
                <a:spcPts val="0"/>
              </a:spcAft>
              <a:buClr>
                <a:srgbClr val="000000"/>
              </a:buClr>
              <a:buSzPts val="2000"/>
              <a:buFont typeface="Calibri"/>
              <a:buChar char="•"/>
              <a:defRPr sz="2000"/>
            </a:lvl8pPr>
            <a:lvl9pPr indent="-355600" lvl="8" marL="4114800" algn="l">
              <a:lnSpc>
                <a:spcPct val="90000"/>
              </a:lnSpc>
              <a:spcBef>
                <a:spcPts val="500"/>
              </a:spcBef>
              <a:spcAft>
                <a:spcPts val="0"/>
              </a:spcAft>
              <a:buClr>
                <a:srgbClr val="000000"/>
              </a:buClr>
              <a:buSzPts val="2000"/>
              <a:buFont typeface="Calibri"/>
              <a:buChar char="•"/>
              <a:defRPr sz="2000"/>
            </a:lvl9pPr>
          </a:lstStyle>
          <a:p/>
        </p:txBody>
      </p:sp>
      <p:sp>
        <p:nvSpPr>
          <p:cNvPr id="103" name="Google Shape;103;p21"/>
          <p:cNvSpPr txBox="1"/>
          <p:nvPr>
            <p:ph idx="2" type="body"/>
          </p:nvPr>
        </p:nvSpPr>
        <p:spPr>
          <a:xfrm>
            <a:off x="457200" y="1076325"/>
            <a:ext cx="3008313" cy="3518297"/>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Clr>
                <a:srgbClr val="000000"/>
              </a:buClr>
              <a:buSzPts val="1400"/>
              <a:buFont typeface="Calibri"/>
              <a:buNone/>
              <a:defRPr sz="1400"/>
            </a:lvl1pPr>
            <a:lvl2pPr indent="-228600" lvl="1" marL="914400" algn="l">
              <a:lnSpc>
                <a:spcPct val="90000"/>
              </a:lnSpc>
              <a:spcBef>
                <a:spcPts val="1413"/>
              </a:spcBef>
              <a:spcAft>
                <a:spcPts val="0"/>
              </a:spcAft>
              <a:buClr>
                <a:srgbClr val="000000"/>
              </a:buClr>
              <a:buSzPts val="1200"/>
              <a:buFont typeface="Calibri"/>
              <a:buNone/>
              <a:defRPr sz="1200"/>
            </a:lvl2pPr>
            <a:lvl3pPr indent="-228600" lvl="2" marL="1371600" algn="l">
              <a:lnSpc>
                <a:spcPct val="90000"/>
              </a:lnSpc>
              <a:spcBef>
                <a:spcPts val="500"/>
              </a:spcBef>
              <a:spcAft>
                <a:spcPts val="0"/>
              </a:spcAft>
              <a:buClr>
                <a:srgbClr val="000000"/>
              </a:buClr>
              <a:buSzPts val="1000"/>
              <a:buFont typeface="Calibri"/>
              <a:buNone/>
              <a:defRPr sz="1000"/>
            </a:lvl3pPr>
            <a:lvl4pPr indent="-228600" lvl="3" marL="1828800" algn="l">
              <a:lnSpc>
                <a:spcPct val="90000"/>
              </a:lnSpc>
              <a:spcBef>
                <a:spcPts val="500"/>
              </a:spcBef>
              <a:spcAft>
                <a:spcPts val="0"/>
              </a:spcAft>
              <a:buClr>
                <a:srgbClr val="000000"/>
              </a:buClr>
              <a:buSzPts val="900"/>
              <a:buFont typeface="Calibri"/>
              <a:buNone/>
              <a:defRPr sz="900"/>
            </a:lvl4pPr>
            <a:lvl5pPr indent="-228600" lvl="4" marL="2286000" algn="l">
              <a:lnSpc>
                <a:spcPct val="90000"/>
              </a:lnSpc>
              <a:spcBef>
                <a:spcPts val="500"/>
              </a:spcBef>
              <a:spcAft>
                <a:spcPts val="0"/>
              </a:spcAft>
              <a:buClr>
                <a:srgbClr val="000000"/>
              </a:buClr>
              <a:buSzPts val="900"/>
              <a:buFont typeface="Calibri"/>
              <a:buNone/>
              <a:defRPr sz="900"/>
            </a:lvl5pPr>
            <a:lvl6pPr indent="-228600" lvl="5" marL="2743200" algn="l">
              <a:lnSpc>
                <a:spcPct val="90000"/>
              </a:lnSpc>
              <a:spcBef>
                <a:spcPts val="500"/>
              </a:spcBef>
              <a:spcAft>
                <a:spcPts val="0"/>
              </a:spcAft>
              <a:buClr>
                <a:srgbClr val="000000"/>
              </a:buClr>
              <a:buSzPts val="900"/>
              <a:buFont typeface="Calibri"/>
              <a:buNone/>
              <a:defRPr sz="900"/>
            </a:lvl6pPr>
            <a:lvl7pPr indent="-228600" lvl="6" marL="3200400" algn="l">
              <a:lnSpc>
                <a:spcPct val="90000"/>
              </a:lnSpc>
              <a:spcBef>
                <a:spcPts val="500"/>
              </a:spcBef>
              <a:spcAft>
                <a:spcPts val="0"/>
              </a:spcAft>
              <a:buClr>
                <a:srgbClr val="000000"/>
              </a:buClr>
              <a:buSzPts val="900"/>
              <a:buFont typeface="Calibri"/>
              <a:buNone/>
              <a:defRPr sz="900"/>
            </a:lvl7pPr>
            <a:lvl8pPr indent="-228600" lvl="7" marL="3657600" algn="l">
              <a:lnSpc>
                <a:spcPct val="90000"/>
              </a:lnSpc>
              <a:spcBef>
                <a:spcPts val="500"/>
              </a:spcBef>
              <a:spcAft>
                <a:spcPts val="0"/>
              </a:spcAft>
              <a:buClr>
                <a:srgbClr val="000000"/>
              </a:buClr>
              <a:buSzPts val="900"/>
              <a:buFont typeface="Calibri"/>
              <a:buNone/>
              <a:defRPr sz="900"/>
            </a:lvl8pPr>
            <a:lvl9pPr indent="-228600" lvl="8" marL="4114800" algn="l">
              <a:lnSpc>
                <a:spcPct val="90000"/>
              </a:lnSpc>
              <a:spcBef>
                <a:spcPts val="500"/>
              </a:spcBef>
              <a:spcAft>
                <a:spcPts val="0"/>
              </a:spcAft>
              <a:buClr>
                <a:srgbClr val="000000"/>
              </a:buClr>
              <a:buSzPts val="900"/>
              <a:buFont typeface="Calibri"/>
              <a:buNone/>
              <a:defRPr sz="900"/>
            </a:lvl9pPr>
          </a:lstStyle>
          <a:p/>
        </p:txBody>
      </p:sp>
      <p:sp>
        <p:nvSpPr>
          <p:cNvPr id="104" name="Google Shape;104;p21"/>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1"/>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1792288" y="3600450"/>
            <a:ext cx="5486400" cy="425054"/>
          </a:xfrm>
          <a:prstGeom prst="rect">
            <a:avLst/>
          </a:prstGeom>
          <a:noFill/>
          <a:ln>
            <a:noFill/>
          </a:ln>
        </p:spPr>
        <p:txBody>
          <a:bodyPr anchorCtr="1" anchor="b" bIns="0" lIns="0" spcFirstLastPara="1" rIns="0" wrap="square" tIns="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9" name="Google Shape;109;p22"/>
          <p:cNvSpPr/>
          <p:nvPr>
            <p:ph idx="2" type="pic"/>
          </p:nvPr>
        </p:nvSpPr>
        <p:spPr>
          <a:xfrm>
            <a:off x="1792288" y="459581"/>
            <a:ext cx="5486400" cy="3086100"/>
          </a:xfrm>
          <a:prstGeom prst="rect">
            <a:avLst/>
          </a:prstGeom>
          <a:noFill/>
          <a:ln>
            <a:noFill/>
          </a:ln>
        </p:spPr>
      </p:sp>
      <p:sp>
        <p:nvSpPr>
          <p:cNvPr id="110" name="Google Shape;110;p22"/>
          <p:cNvSpPr txBox="1"/>
          <p:nvPr>
            <p:ph idx="1" type="body"/>
          </p:nvPr>
        </p:nvSpPr>
        <p:spPr>
          <a:xfrm>
            <a:off x="1792288" y="4025503"/>
            <a:ext cx="5486400" cy="603647"/>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Clr>
                <a:srgbClr val="000000"/>
              </a:buClr>
              <a:buSzPts val="1400"/>
              <a:buFont typeface="Calibri"/>
              <a:buNone/>
              <a:defRPr sz="1400"/>
            </a:lvl1pPr>
            <a:lvl2pPr indent="-228600" lvl="1" marL="914400" algn="l">
              <a:lnSpc>
                <a:spcPct val="90000"/>
              </a:lnSpc>
              <a:spcBef>
                <a:spcPts val="1413"/>
              </a:spcBef>
              <a:spcAft>
                <a:spcPts val="0"/>
              </a:spcAft>
              <a:buClr>
                <a:srgbClr val="000000"/>
              </a:buClr>
              <a:buSzPts val="1200"/>
              <a:buFont typeface="Calibri"/>
              <a:buNone/>
              <a:defRPr sz="1200"/>
            </a:lvl2pPr>
            <a:lvl3pPr indent="-228600" lvl="2" marL="1371600" algn="l">
              <a:lnSpc>
                <a:spcPct val="90000"/>
              </a:lnSpc>
              <a:spcBef>
                <a:spcPts val="500"/>
              </a:spcBef>
              <a:spcAft>
                <a:spcPts val="0"/>
              </a:spcAft>
              <a:buClr>
                <a:srgbClr val="000000"/>
              </a:buClr>
              <a:buSzPts val="1000"/>
              <a:buFont typeface="Calibri"/>
              <a:buNone/>
              <a:defRPr sz="1000"/>
            </a:lvl3pPr>
            <a:lvl4pPr indent="-228600" lvl="3" marL="1828800" algn="l">
              <a:lnSpc>
                <a:spcPct val="90000"/>
              </a:lnSpc>
              <a:spcBef>
                <a:spcPts val="500"/>
              </a:spcBef>
              <a:spcAft>
                <a:spcPts val="0"/>
              </a:spcAft>
              <a:buClr>
                <a:srgbClr val="000000"/>
              </a:buClr>
              <a:buSzPts val="900"/>
              <a:buFont typeface="Calibri"/>
              <a:buNone/>
              <a:defRPr sz="900"/>
            </a:lvl4pPr>
            <a:lvl5pPr indent="-228600" lvl="4" marL="2286000" algn="l">
              <a:lnSpc>
                <a:spcPct val="90000"/>
              </a:lnSpc>
              <a:spcBef>
                <a:spcPts val="500"/>
              </a:spcBef>
              <a:spcAft>
                <a:spcPts val="0"/>
              </a:spcAft>
              <a:buClr>
                <a:srgbClr val="000000"/>
              </a:buClr>
              <a:buSzPts val="900"/>
              <a:buFont typeface="Calibri"/>
              <a:buNone/>
              <a:defRPr sz="900"/>
            </a:lvl5pPr>
            <a:lvl6pPr indent="-228600" lvl="5" marL="2743200" algn="l">
              <a:lnSpc>
                <a:spcPct val="90000"/>
              </a:lnSpc>
              <a:spcBef>
                <a:spcPts val="500"/>
              </a:spcBef>
              <a:spcAft>
                <a:spcPts val="0"/>
              </a:spcAft>
              <a:buClr>
                <a:srgbClr val="000000"/>
              </a:buClr>
              <a:buSzPts val="900"/>
              <a:buFont typeface="Calibri"/>
              <a:buNone/>
              <a:defRPr sz="900"/>
            </a:lvl6pPr>
            <a:lvl7pPr indent="-228600" lvl="6" marL="3200400" algn="l">
              <a:lnSpc>
                <a:spcPct val="90000"/>
              </a:lnSpc>
              <a:spcBef>
                <a:spcPts val="500"/>
              </a:spcBef>
              <a:spcAft>
                <a:spcPts val="0"/>
              </a:spcAft>
              <a:buClr>
                <a:srgbClr val="000000"/>
              </a:buClr>
              <a:buSzPts val="900"/>
              <a:buFont typeface="Calibri"/>
              <a:buNone/>
              <a:defRPr sz="900"/>
            </a:lvl7pPr>
            <a:lvl8pPr indent="-228600" lvl="7" marL="3657600" algn="l">
              <a:lnSpc>
                <a:spcPct val="90000"/>
              </a:lnSpc>
              <a:spcBef>
                <a:spcPts val="500"/>
              </a:spcBef>
              <a:spcAft>
                <a:spcPts val="0"/>
              </a:spcAft>
              <a:buClr>
                <a:srgbClr val="000000"/>
              </a:buClr>
              <a:buSzPts val="900"/>
              <a:buFont typeface="Calibri"/>
              <a:buNone/>
              <a:defRPr sz="900"/>
            </a:lvl8pPr>
            <a:lvl9pPr indent="-228600" lvl="8" marL="4114800" algn="l">
              <a:lnSpc>
                <a:spcPct val="90000"/>
              </a:lnSpc>
              <a:spcBef>
                <a:spcPts val="500"/>
              </a:spcBef>
              <a:spcAft>
                <a:spcPts val="0"/>
              </a:spcAft>
              <a:buClr>
                <a:srgbClr val="000000"/>
              </a:buClr>
              <a:buSzPts val="900"/>
              <a:buFont typeface="Calibri"/>
              <a:buNone/>
              <a:defRPr sz="900"/>
            </a:lvl9pPr>
          </a:lstStyle>
          <a:p/>
        </p:txBody>
      </p:sp>
      <p:sp>
        <p:nvSpPr>
          <p:cNvPr id="111" name="Google Shape;111;p22"/>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2"/>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23"/>
          <p:cNvSpPr txBox="1"/>
          <p:nvPr>
            <p:ph type="title"/>
          </p:nvPr>
        </p:nvSpPr>
        <p:spPr>
          <a:xfrm>
            <a:off x="457200" y="204788"/>
            <a:ext cx="8229600" cy="858441"/>
          </a:xfrm>
          <a:prstGeom prst="rect">
            <a:avLst/>
          </a:prstGeom>
          <a:noFill/>
          <a:ln>
            <a:noFill/>
          </a:ln>
        </p:spPr>
        <p:txBody>
          <a:bodyPr anchorCtr="1" anchor="ctr"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6" name="Google Shape;116;p23"/>
          <p:cNvSpPr txBox="1"/>
          <p:nvPr>
            <p:ph idx="1" type="body"/>
          </p:nvPr>
        </p:nvSpPr>
        <p:spPr>
          <a:xfrm rot="5400000">
            <a:off x="2874764" y="-1213842"/>
            <a:ext cx="3394471" cy="8229600"/>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42900" lvl="1" marL="914400" algn="l">
              <a:lnSpc>
                <a:spcPct val="90000"/>
              </a:lnSpc>
              <a:spcBef>
                <a:spcPts val="1413"/>
              </a:spcBef>
              <a:spcAft>
                <a:spcPts val="0"/>
              </a:spcAft>
              <a:buClr>
                <a:srgbClr val="000000"/>
              </a:buClr>
              <a:buSzPts val="1800"/>
              <a:buChar char="•"/>
              <a:defRPr/>
            </a:lvl2pPr>
            <a:lvl3pPr indent="-342900" lvl="2" marL="1371600" algn="l">
              <a:lnSpc>
                <a:spcPct val="90000"/>
              </a:lnSpc>
              <a:spcBef>
                <a:spcPts val="500"/>
              </a:spcBef>
              <a:spcAft>
                <a:spcPts val="0"/>
              </a:spcAft>
              <a:buClr>
                <a:srgbClr val="000000"/>
              </a:buClr>
              <a:buSzPts val="1800"/>
              <a:buChar char="•"/>
              <a:defRPr/>
            </a:lvl3pPr>
            <a:lvl4pPr indent="-342900" lvl="3" marL="1828800" algn="l">
              <a:lnSpc>
                <a:spcPct val="90000"/>
              </a:lnSpc>
              <a:spcBef>
                <a:spcPts val="500"/>
              </a:spcBef>
              <a:spcAft>
                <a:spcPts val="0"/>
              </a:spcAft>
              <a:buClr>
                <a:srgbClr val="000000"/>
              </a:buClr>
              <a:buSzPts val="1800"/>
              <a:buChar char="•"/>
              <a:defRPr/>
            </a:lvl4pPr>
            <a:lvl5pPr indent="-342900" lvl="4" marL="2286000" algn="l">
              <a:lnSpc>
                <a:spcPct val="90000"/>
              </a:lnSpc>
              <a:spcBef>
                <a:spcPts val="500"/>
              </a:spcBef>
              <a:spcAft>
                <a:spcPts val="0"/>
              </a:spcAft>
              <a:buClr>
                <a:srgbClr val="000000"/>
              </a:buClr>
              <a:buSzPts val="1800"/>
              <a:buChar char="•"/>
              <a:defRPr/>
            </a:lvl5pPr>
            <a:lvl6pPr indent="-342900" lvl="5" marL="2743200" algn="l">
              <a:lnSpc>
                <a:spcPct val="90000"/>
              </a:lnSpc>
              <a:spcBef>
                <a:spcPts val="500"/>
              </a:spcBef>
              <a:spcAft>
                <a:spcPts val="0"/>
              </a:spcAft>
              <a:buClr>
                <a:srgbClr val="000000"/>
              </a:buClr>
              <a:buSzPts val="1800"/>
              <a:buChar char="•"/>
              <a:defRPr/>
            </a:lvl6pPr>
            <a:lvl7pPr indent="-342900" lvl="6" marL="3200400" algn="l">
              <a:lnSpc>
                <a:spcPct val="90000"/>
              </a:lnSpc>
              <a:spcBef>
                <a:spcPts val="500"/>
              </a:spcBef>
              <a:spcAft>
                <a:spcPts val="0"/>
              </a:spcAft>
              <a:buClr>
                <a:srgbClr val="000000"/>
              </a:buClr>
              <a:buSzPts val="1800"/>
              <a:buChar char="•"/>
              <a:defRPr/>
            </a:lvl7pPr>
            <a:lvl8pPr indent="-342900" lvl="7" marL="3657600" algn="l">
              <a:lnSpc>
                <a:spcPct val="90000"/>
              </a:lnSpc>
              <a:spcBef>
                <a:spcPts val="500"/>
              </a:spcBef>
              <a:spcAft>
                <a:spcPts val="0"/>
              </a:spcAft>
              <a:buClr>
                <a:srgbClr val="000000"/>
              </a:buClr>
              <a:buSzPts val="1800"/>
              <a:buChar char="•"/>
              <a:defRPr/>
            </a:lvl8pPr>
            <a:lvl9pPr indent="-342900" lvl="8" marL="4114800" algn="l">
              <a:lnSpc>
                <a:spcPct val="90000"/>
              </a:lnSpc>
              <a:spcBef>
                <a:spcPts val="500"/>
              </a:spcBef>
              <a:spcAft>
                <a:spcPts val="0"/>
              </a:spcAft>
              <a:buClr>
                <a:srgbClr val="000000"/>
              </a:buClr>
              <a:buSzPts val="1800"/>
              <a:buChar char="•"/>
              <a:defRPr/>
            </a:lvl9pPr>
          </a:lstStyle>
          <a:p/>
        </p:txBody>
      </p:sp>
      <p:sp>
        <p:nvSpPr>
          <p:cNvPr id="117" name="Google Shape;117;p23"/>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3"/>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24"/>
          <p:cNvSpPr txBox="1"/>
          <p:nvPr>
            <p:ph type="title"/>
          </p:nvPr>
        </p:nvSpPr>
        <p:spPr>
          <a:xfrm rot="5400000">
            <a:off x="5461397" y="1372791"/>
            <a:ext cx="4393406" cy="2057400"/>
          </a:xfrm>
          <a:prstGeom prst="rect">
            <a:avLst/>
          </a:prstGeom>
          <a:noFill/>
          <a:ln>
            <a:noFill/>
          </a:ln>
        </p:spPr>
        <p:txBody>
          <a:bodyPr anchorCtr="1" anchor="ctr"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2" name="Google Shape;122;p24"/>
          <p:cNvSpPr txBox="1"/>
          <p:nvPr>
            <p:ph idx="1" type="body"/>
          </p:nvPr>
        </p:nvSpPr>
        <p:spPr>
          <a:xfrm rot="5400000">
            <a:off x="1270397" y="-608409"/>
            <a:ext cx="4393406" cy="6019800"/>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42900" lvl="1" marL="914400" algn="l">
              <a:lnSpc>
                <a:spcPct val="90000"/>
              </a:lnSpc>
              <a:spcBef>
                <a:spcPts val="1413"/>
              </a:spcBef>
              <a:spcAft>
                <a:spcPts val="0"/>
              </a:spcAft>
              <a:buClr>
                <a:srgbClr val="000000"/>
              </a:buClr>
              <a:buSzPts val="1800"/>
              <a:buChar char="•"/>
              <a:defRPr/>
            </a:lvl2pPr>
            <a:lvl3pPr indent="-342900" lvl="2" marL="1371600" algn="l">
              <a:lnSpc>
                <a:spcPct val="90000"/>
              </a:lnSpc>
              <a:spcBef>
                <a:spcPts val="500"/>
              </a:spcBef>
              <a:spcAft>
                <a:spcPts val="0"/>
              </a:spcAft>
              <a:buClr>
                <a:srgbClr val="000000"/>
              </a:buClr>
              <a:buSzPts val="1800"/>
              <a:buChar char="•"/>
              <a:defRPr/>
            </a:lvl3pPr>
            <a:lvl4pPr indent="-342900" lvl="3" marL="1828800" algn="l">
              <a:lnSpc>
                <a:spcPct val="90000"/>
              </a:lnSpc>
              <a:spcBef>
                <a:spcPts val="500"/>
              </a:spcBef>
              <a:spcAft>
                <a:spcPts val="0"/>
              </a:spcAft>
              <a:buClr>
                <a:srgbClr val="000000"/>
              </a:buClr>
              <a:buSzPts val="1800"/>
              <a:buChar char="•"/>
              <a:defRPr/>
            </a:lvl4pPr>
            <a:lvl5pPr indent="-342900" lvl="4" marL="2286000" algn="l">
              <a:lnSpc>
                <a:spcPct val="90000"/>
              </a:lnSpc>
              <a:spcBef>
                <a:spcPts val="500"/>
              </a:spcBef>
              <a:spcAft>
                <a:spcPts val="0"/>
              </a:spcAft>
              <a:buClr>
                <a:srgbClr val="000000"/>
              </a:buClr>
              <a:buSzPts val="1800"/>
              <a:buChar char="•"/>
              <a:defRPr/>
            </a:lvl5pPr>
            <a:lvl6pPr indent="-342900" lvl="5" marL="2743200" algn="l">
              <a:lnSpc>
                <a:spcPct val="90000"/>
              </a:lnSpc>
              <a:spcBef>
                <a:spcPts val="500"/>
              </a:spcBef>
              <a:spcAft>
                <a:spcPts val="0"/>
              </a:spcAft>
              <a:buClr>
                <a:srgbClr val="000000"/>
              </a:buClr>
              <a:buSzPts val="1800"/>
              <a:buChar char="•"/>
              <a:defRPr/>
            </a:lvl6pPr>
            <a:lvl7pPr indent="-342900" lvl="6" marL="3200400" algn="l">
              <a:lnSpc>
                <a:spcPct val="90000"/>
              </a:lnSpc>
              <a:spcBef>
                <a:spcPts val="500"/>
              </a:spcBef>
              <a:spcAft>
                <a:spcPts val="0"/>
              </a:spcAft>
              <a:buClr>
                <a:srgbClr val="000000"/>
              </a:buClr>
              <a:buSzPts val="1800"/>
              <a:buChar char="•"/>
              <a:defRPr/>
            </a:lvl7pPr>
            <a:lvl8pPr indent="-342900" lvl="7" marL="3657600" algn="l">
              <a:lnSpc>
                <a:spcPct val="90000"/>
              </a:lnSpc>
              <a:spcBef>
                <a:spcPts val="500"/>
              </a:spcBef>
              <a:spcAft>
                <a:spcPts val="0"/>
              </a:spcAft>
              <a:buClr>
                <a:srgbClr val="000000"/>
              </a:buClr>
              <a:buSzPts val="1800"/>
              <a:buChar char="•"/>
              <a:defRPr/>
            </a:lvl8pPr>
            <a:lvl9pPr indent="-342900" lvl="8" marL="4114800" algn="l">
              <a:lnSpc>
                <a:spcPct val="90000"/>
              </a:lnSpc>
              <a:spcBef>
                <a:spcPts val="500"/>
              </a:spcBef>
              <a:spcAft>
                <a:spcPts val="0"/>
              </a:spcAft>
              <a:buClr>
                <a:srgbClr val="000000"/>
              </a:buClr>
              <a:buSzPts val="1800"/>
              <a:buChar char="•"/>
              <a:defRPr/>
            </a:lvl9pPr>
          </a:lstStyle>
          <a:p/>
        </p:txBody>
      </p:sp>
      <p:sp>
        <p:nvSpPr>
          <p:cNvPr id="123" name="Google Shape;123;p24"/>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4"/>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3" name="Shape 133"/>
        <p:cNvGrpSpPr/>
        <p:nvPr/>
      </p:nvGrpSpPr>
      <p:grpSpPr>
        <a:xfrm>
          <a:off x="0" y="0"/>
          <a:ext cx="0" cy="0"/>
          <a:chOff x="0" y="0"/>
          <a:chExt cx="0" cy="0"/>
        </a:xfrm>
      </p:grpSpPr>
      <p:sp>
        <p:nvSpPr>
          <p:cNvPr id="134" name="Google Shape;134;p26"/>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6"/>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6"/>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7" name="Shape 137"/>
        <p:cNvGrpSpPr/>
        <p:nvPr/>
      </p:nvGrpSpPr>
      <p:grpSpPr>
        <a:xfrm>
          <a:off x="0" y="0"/>
          <a:ext cx="0" cy="0"/>
          <a:chOff x="0" y="0"/>
          <a:chExt cx="0" cy="0"/>
        </a:xfrm>
      </p:grpSpPr>
      <p:sp>
        <p:nvSpPr>
          <p:cNvPr id="138" name="Google Shape;138;p27"/>
          <p:cNvSpPr txBox="1"/>
          <p:nvPr>
            <p:ph type="ctrTitle"/>
          </p:nvPr>
        </p:nvSpPr>
        <p:spPr>
          <a:xfrm>
            <a:off x="685800" y="1597819"/>
            <a:ext cx="7772400" cy="1102519"/>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9" name="Google Shape;139;p27"/>
          <p:cNvSpPr txBox="1"/>
          <p:nvPr>
            <p:ph idx="1" type="subTitle"/>
          </p:nvPr>
        </p:nvSpPr>
        <p:spPr>
          <a:xfrm>
            <a:off x="1371600" y="2914650"/>
            <a:ext cx="6400800" cy="1314450"/>
          </a:xfrm>
          <a:prstGeom prst="rect">
            <a:avLst/>
          </a:prstGeom>
          <a:noFill/>
          <a:ln>
            <a:noFill/>
          </a:ln>
        </p:spPr>
        <p:txBody>
          <a:bodyPr anchorCtr="0" anchor="t" bIns="0" lIns="0" spcFirstLastPara="1" rIns="0" wrap="square" tIns="0">
            <a:noAutofit/>
          </a:bodyPr>
          <a:lstStyle>
            <a:lvl1pPr lvl="0" algn="ctr">
              <a:spcBef>
                <a:spcPts val="0"/>
              </a:spcBef>
              <a:spcAft>
                <a:spcPts val="0"/>
              </a:spcAft>
              <a:buClr>
                <a:srgbClr val="000000"/>
              </a:buClr>
              <a:buSzPts val="2400"/>
              <a:buFont typeface="Times New Roman"/>
              <a:buNone/>
              <a:defRPr/>
            </a:lvl1pPr>
            <a:lvl2pPr lvl="1" algn="ctr">
              <a:spcBef>
                <a:spcPts val="1413"/>
              </a:spcBef>
              <a:spcAft>
                <a:spcPts val="0"/>
              </a:spcAft>
              <a:buClr>
                <a:srgbClr val="000000"/>
              </a:buClr>
              <a:buSzPts val="1800"/>
              <a:buNone/>
              <a:defRPr/>
            </a:lvl2pPr>
            <a:lvl3pPr lvl="2" algn="ctr">
              <a:spcBef>
                <a:spcPts val="1413"/>
              </a:spcBef>
              <a:spcAft>
                <a:spcPts val="0"/>
              </a:spcAft>
              <a:buClr>
                <a:srgbClr val="000000"/>
              </a:buClr>
              <a:buSzPts val="1800"/>
              <a:buNone/>
              <a:defRPr/>
            </a:lvl3pPr>
            <a:lvl4pPr lvl="3" algn="ctr">
              <a:spcBef>
                <a:spcPts val="1413"/>
              </a:spcBef>
              <a:spcAft>
                <a:spcPts val="0"/>
              </a:spcAft>
              <a:buClr>
                <a:srgbClr val="000000"/>
              </a:buClr>
              <a:buSzPts val="1800"/>
              <a:buNone/>
              <a:defRPr/>
            </a:lvl4pPr>
            <a:lvl5pPr lvl="4" algn="ctr">
              <a:spcBef>
                <a:spcPts val="1413"/>
              </a:spcBef>
              <a:spcAft>
                <a:spcPts val="0"/>
              </a:spcAft>
              <a:buClr>
                <a:srgbClr val="000000"/>
              </a:buClr>
              <a:buSzPts val="1800"/>
              <a:buNone/>
              <a:defRPr/>
            </a:lvl5pPr>
            <a:lvl6pPr lvl="5" algn="ctr">
              <a:spcBef>
                <a:spcPts val="1413"/>
              </a:spcBef>
              <a:spcAft>
                <a:spcPts val="0"/>
              </a:spcAft>
              <a:buClr>
                <a:srgbClr val="000000"/>
              </a:buClr>
              <a:buSzPts val="1800"/>
              <a:buNone/>
              <a:defRPr/>
            </a:lvl6pPr>
            <a:lvl7pPr lvl="6" algn="ctr">
              <a:spcBef>
                <a:spcPts val="1413"/>
              </a:spcBef>
              <a:spcAft>
                <a:spcPts val="0"/>
              </a:spcAft>
              <a:buClr>
                <a:srgbClr val="000000"/>
              </a:buClr>
              <a:buSzPts val="1800"/>
              <a:buNone/>
              <a:defRPr/>
            </a:lvl7pPr>
            <a:lvl8pPr lvl="7" algn="ctr">
              <a:spcBef>
                <a:spcPts val="1413"/>
              </a:spcBef>
              <a:spcAft>
                <a:spcPts val="0"/>
              </a:spcAft>
              <a:buClr>
                <a:srgbClr val="000000"/>
              </a:buClr>
              <a:buSzPts val="1800"/>
              <a:buNone/>
              <a:defRPr/>
            </a:lvl8pPr>
            <a:lvl9pPr lvl="8" algn="ctr">
              <a:spcBef>
                <a:spcPts val="1413"/>
              </a:spcBef>
              <a:spcAft>
                <a:spcPts val="1413"/>
              </a:spcAft>
              <a:buClr>
                <a:srgbClr val="000000"/>
              </a:buClr>
              <a:buSzPts val="1800"/>
              <a:buNone/>
              <a:defRPr/>
            </a:lvl9pPr>
          </a:lstStyle>
          <a:p/>
        </p:txBody>
      </p:sp>
      <p:sp>
        <p:nvSpPr>
          <p:cNvPr id="140" name="Google Shape;140;p27"/>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7"/>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7"/>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3" name="Shape 143"/>
        <p:cNvGrpSpPr/>
        <p:nvPr/>
      </p:nvGrpSpPr>
      <p:grpSpPr>
        <a:xfrm>
          <a:off x="0" y="0"/>
          <a:ext cx="0" cy="0"/>
          <a:chOff x="0" y="0"/>
          <a:chExt cx="0" cy="0"/>
        </a:xfrm>
      </p:grpSpPr>
      <p:sp>
        <p:nvSpPr>
          <p:cNvPr id="144" name="Google Shape;144;p28"/>
          <p:cNvSpPr txBox="1"/>
          <p:nvPr>
            <p:ph type="title"/>
          </p:nvPr>
        </p:nvSpPr>
        <p:spPr>
          <a:xfrm>
            <a:off x="536575" y="297656"/>
            <a:ext cx="8070850" cy="419100"/>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5" name="Google Shape;145;p28"/>
          <p:cNvSpPr txBox="1"/>
          <p:nvPr>
            <p:ph idx="1" type="body"/>
          </p:nvPr>
        </p:nvSpPr>
        <p:spPr>
          <a:xfrm>
            <a:off x="342900" y="1117997"/>
            <a:ext cx="8458200" cy="2295525"/>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14325" lvl="1" marL="914400" algn="l">
              <a:spcBef>
                <a:spcPts val="1413"/>
              </a:spcBef>
              <a:spcAft>
                <a:spcPts val="0"/>
              </a:spcAft>
              <a:buClr>
                <a:srgbClr val="000000"/>
              </a:buClr>
              <a:buSzPts val="1350"/>
              <a:buChar char="–"/>
              <a:defRPr/>
            </a:lvl2pPr>
            <a:lvl3pPr indent="-314325" lvl="2" marL="1371600" algn="l">
              <a:spcBef>
                <a:spcPts val="1413"/>
              </a:spcBef>
              <a:spcAft>
                <a:spcPts val="0"/>
              </a:spcAft>
              <a:buClr>
                <a:srgbClr val="000000"/>
              </a:buClr>
              <a:buSzPts val="1350"/>
              <a:buChar char="●"/>
              <a:defRPr/>
            </a:lvl3pPr>
            <a:lvl4pPr indent="-314325" lvl="3" marL="1828800" algn="l">
              <a:spcBef>
                <a:spcPts val="1413"/>
              </a:spcBef>
              <a:spcAft>
                <a:spcPts val="0"/>
              </a:spcAft>
              <a:buClr>
                <a:srgbClr val="000000"/>
              </a:buClr>
              <a:buSzPts val="1350"/>
              <a:buChar char="–"/>
              <a:defRPr/>
            </a:lvl4pPr>
            <a:lvl5pPr indent="-314325" lvl="4" marL="2286000" algn="l">
              <a:spcBef>
                <a:spcPts val="1413"/>
              </a:spcBef>
              <a:spcAft>
                <a:spcPts val="0"/>
              </a:spcAft>
              <a:buClr>
                <a:srgbClr val="000000"/>
              </a:buClr>
              <a:buSzPts val="1350"/>
              <a:buChar char="●"/>
              <a:defRPr/>
            </a:lvl5pPr>
            <a:lvl6pPr indent="-314325" lvl="5" marL="2743200" algn="l">
              <a:spcBef>
                <a:spcPts val="1413"/>
              </a:spcBef>
              <a:spcAft>
                <a:spcPts val="0"/>
              </a:spcAft>
              <a:buClr>
                <a:srgbClr val="000000"/>
              </a:buClr>
              <a:buSzPts val="1350"/>
              <a:buChar char="●"/>
              <a:defRPr/>
            </a:lvl6pPr>
            <a:lvl7pPr indent="-314325" lvl="6" marL="3200400" algn="l">
              <a:spcBef>
                <a:spcPts val="1413"/>
              </a:spcBef>
              <a:spcAft>
                <a:spcPts val="0"/>
              </a:spcAft>
              <a:buClr>
                <a:srgbClr val="000000"/>
              </a:buClr>
              <a:buSzPts val="1350"/>
              <a:buChar char="●"/>
              <a:defRPr/>
            </a:lvl7pPr>
            <a:lvl8pPr indent="-314325" lvl="7" marL="3657600" algn="l">
              <a:spcBef>
                <a:spcPts val="1413"/>
              </a:spcBef>
              <a:spcAft>
                <a:spcPts val="0"/>
              </a:spcAft>
              <a:buClr>
                <a:srgbClr val="000000"/>
              </a:buClr>
              <a:buSzPts val="1350"/>
              <a:buChar char="●"/>
              <a:defRPr/>
            </a:lvl8pPr>
            <a:lvl9pPr indent="-314325" lvl="8" marL="4114800" algn="l">
              <a:spcBef>
                <a:spcPts val="1413"/>
              </a:spcBef>
              <a:spcAft>
                <a:spcPts val="1413"/>
              </a:spcAft>
              <a:buClr>
                <a:srgbClr val="000000"/>
              </a:buClr>
              <a:buSzPts val="1350"/>
              <a:buChar char="●"/>
              <a:defRPr/>
            </a:lvl9pPr>
          </a:lstStyle>
          <a:p/>
        </p:txBody>
      </p:sp>
      <p:sp>
        <p:nvSpPr>
          <p:cNvPr id="146" name="Google Shape;146;p28"/>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8"/>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8"/>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9" name="Shape 149"/>
        <p:cNvGrpSpPr/>
        <p:nvPr/>
      </p:nvGrpSpPr>
      <p:grpSpPr>
        <a:xfrm>
          <a:off x="0" y="0"/>
          <a:ext cx="0" cy="0"/>
          <a:chOff x="0" y="0"/>
          <a:chExt cx="0" cy="0"/>
        </a:xfrm>
      </p:grpSpPr>
      <p:sp>
        <p:nvSpPr>
          <p:cNvPr id="150" name="Google Shape;150;p29"/>
          <p:cNvSpPr txBox="1"/>
          <p:nvPr>
            <p:ph type="title"/>
          </p:nvPr>
        </p:nvSpPr>
        <p:spPr>
          <a:xfrm>
            <a:off x="722313" y="3305175"/>
            <a:ext cx="7772400" cy="1021556"/>
          </a:xfrm>
          <a:prstGeom prst="rect">
            <a:avLst/>
          </a:prstGeom>
          <a:noFill/>
          <a:ln>
            <a:noFill/>
          </a:ln>
        </p:spPr>
        <p:txBody>
          <a:bodyPr anchorCtr="1" anchor="t" bIns="0" lIns="0" spcFirstLastPara="1" rIns="0" wrap="square" tIns="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1" name="Google Shape;151;p29"/>
          <p:cNvSpPr txBox="1"/>
          <p:nvPr>
            <p:ph idx="1" type="body"/>
          </p:nvPr>
        </p:nvSpPr>
        <p:spPr>
          <a:xfrm>
            <a:off x="722313" y="2180035"/>
            <a:ext cx="7772400" cy="1125140"/>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Clr>
                <a:srgbClr val="000000"/>
              </a:buClr>
              <a:buSzPts val="2000"/>
              <a:buFont typeface="Times New Roman"/>
              <a:buNone/>
              <a:defRPr sz="2000"/>
            </a:lvl1pPr>
            <a:lvl2pPr indent="-228600" lvl="1" marL="914400" algn="l">
              <a:spcBef>
                <a:spcPts val="1413"/>
              </a:spcBef>
              <a:spcAft>
                <a:spcPts val="0"/>
              </a:spcAft>
              <a:buClr>
                <a:srgbClr val="000000"/>
              </a:buClr>
              <a:buSzPts val="1350"/>
              <a:buNone/>
              <a:defRPr sz="1800"/>
            </a:lvl2pPr>
            <a:lvl3pPr indent="-228600" lvl="2" marL="1371600" algn="l">
              <a:spcBef>
                <a:spcPts val="1413"/>
              </a:spcBef>
              <a:spcAft>
                <a:spcPts val="0"/>
              </a:spcAft>
              <a:buClr>
                <a:srgbClr val="000000"/>
              </a:buClr>
              <a:buSzPts val="1200"/>
              <a:buNone/>
              <a:defRPr sz="1600"/>
            </a:lvl3pPr>
            <a:lvl4pPr indent="-228600" lvl="3" marL="1828800" algn="l">
              <a:spcBef>
                <a:spcPts val="1413"/>
              </a:spcBef>
              <a:spcAft>
                <a:spcPts val="0"/>
              </a:spcAft>
              <a:buClr>
                <a:srgbClr val="000000"/>
              </a:buClr>
              <a:buSzPts val="1050"/>
              <a:buNone/>
              <a:defRPr sz="1400"/>
            </a:lvl4pPr>
            <a:lvl5pPr indent="-228600" lvl="4" marL="2286000" algn="l">
              <a:spcBef>
                <a:spcPts val="1413"/>
              </a:spcBef>
              <a:spcAft>
                <a:spcPts val="0"/>
              </a:spcAft>
              <a:buClr>
                <a:srgbClr val="000000"/>
              </a:buClr>
              <a:buSzPts val="1050"/>
              <a:buNone/>
              <a:defRPr sz="1400"/>
            </a:lvl5pPr>
            <a:lvl6pPr indent="-228600" lvl="5" marL="2743200" algn="l">
              <a:spcBef>
                <a:spcPts val="1413"/>
              </a:spcBef>
              <a:spcAft>
                <a:spcPts val="0"/>
              </a:spcAft>
              <a:buClr>
                <a:srgbClr val="000000"/>
              </a:buClr>
              <a:buSzPts val="1050"/>
              <a:buNone/>
              <a:defRPr sz="1400"/>
            </a:lvl6pPr>
            <a:lvl7pPr indent="-228600" lvl="6" marL="3200400" algn="l">
              <a:spcBef>
                <a:spcPts val="1413"/>
              </a:spcBef>
              <a:spcAft>
                <a:spcPts val="0"/>
              </a:spcAft>
              <a:buClr>
                <a:srgbClr val="000000"/>
              </a:buClr>
              <a:buSzPts val="1050"/>
              <a:buNone/>
              <a:defRPr sz="1400"/>
            </a:lvl7pPr>
            <a:lvl8pPr indent="-228600" lvl="7" marL="3657600" algn="l">
              <a:spcBef>
                <a:spcPts val="1413"/>
              </a:spcBef>
              <a:spcAft>
                <a:spcPts val="0"/>
              </a:spcAft>
              <a:buClr>
                <a:srgbClr val="000000"/>
              </a:buClr>
              <a:buSzPts val="1050"/>
              <a:buNone/>
              <a:defRPr sz="1400"/>
            </a:lvl8pPr>
            <a:lvl9pPr indent="-228600" lvl="8" marL="4114800" algn="l">
              <a:spcBef>
                <a:spcPts val="1413"/>
              </a:spcBef>
              <a:spcAft>
                <a:spcPts val="1413"/>
              </a:spcAft>
              <a:buClr>
                <a:srgbClr val="000000"/>
              </a:buClr>
              <a:buSzPts val="1050"/>
              <a:buNone/>
              <a:defRPr sz="1400"/>
            </a:lvl9pPr>
          </a:lstStyle>
          <a:p/>
        </p:txBody>
      </p:sp>
      <p:sp>
        <p:nvSpPr>
          <p:cNvPr id="152" name="Google Shape;152;p29"/>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9"/>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9"/>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5" name="Shape 155"/>
        <p:cNvGrpSpPr/>
        <p:nvPr/>
      </p:nvGrpSpPr>
      <p:grpSpPr>
        <a:xfrm>
          <a:off x="0" y="0"/>
          <a:ext cx="0" cy="0"/>
          <a:chOff x="0" y="0"/>
          <a:chExt cx="0" cy="0"/>
        </a:xfrm>
      </p:grpSpPr>
      <p:sp>
        <p:nvSpPr>
          <p:cNvPr id="156" name="Google Shape;156;p30"/>
          <p:cNvSpPr txBox="1"/>
          <p:nvPr>
            <p:ph type="title"/>
          </p:nvPr>
        </p:nvSpPr>
        <p:spPr>
          <a:xfrm>
            <a:off x="536575" y="297656"/>
            <a:ext cx="8070850" cy="419100"/>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7" name="Google Shape;157;p30"/>
          <p:cNvSpPr txBox="1"/>
          <p:nvPr>
            <p:ph idx="1" type="body"/>
          </p:nvPr>
        </p:nvSpPr>
        <p:spPr>
          <a:xfrm>
            <a:off x="342900" y="1117997"/>
            <a:ext cx="4152900" cy="2295525"/>
          </a:xfrm>
          <a:prstGeom prst="rect">
            <a:avLst/>
          </a:prstGeom>
          <a:noFill/>
          <a:ln>
            <a:noFill/>
          </a:ln>
        </p:spPr>
        <p:txBody>
          <a:bodyPr anchorCtr="0" anchor="t" bIns="0" lIns="0" spcFirstLastPara="1" rIns="0" wrap="square" tIns="0">
            <a:noAutofit/>
          </a:bodyPr>
          <a:lstStyle>
            <a:lvl1pPr indent="-406400" lvl="0" marL="457200" algn="l">
              <a:spcBef>
                <a:spcPts val="0"/>
              </a:spcBef>
              <a:spcAft>
                <a:spcPts val="0"/>
              </a:spcAft>
              <a:buClr>
                <a:srgbClr val="000000"/>
              </a:buClr>
              <a:buSzPts val="2800"/>
              <a:buFont typeface="Times New Roman"/>
              <a:buChar char="•"/>
              <a:defRPr sz="2800"/>
            </a:lvl1pPr>
            <a:lvl2pPr indent="-342900" lvl="1" marL="914400" algn="l">
              <a:spcBef>
                <a:spcPts val="1413"/>
              </a:spcBef>
              <a:spcAft>
                <a:spcPts val="0"/>
              </a:spcAft>
              <a:buClr>
                <a:srgbClr val="000000"/>
              </a:buClr>
              <a:buSzPts val="1800"/>
              <a:buChar char="–"/>
              <a:defRPr sz="2400"/>
            </a:lvl2pPr>
            <a:lvl3pPr indent="-323850" lvl="2" marL="1371600" algn="l">
              <a:spcBef>
                <a:spcPts val="1413"/>
              </a:spcBef>
              <a:spcAft>
                <a:spcPts val="0"/>
              </a:spcAft>
              <a:buClr>
                <a:srgbClr val="000000"/>
              </a:buClr>
              <a:buSzPts val="1500"/>
              <a:buChar char="●"/>
              <a:defRPr sz="2000"/>
            </a:lvl3pPr>
            <a:lvl4pPr indent="-314325" lvl="3" marL="1828800" algn="l">
              <a:spcBef>
                <a:spcPts val="1413"/>
              </a:spcBef>
              <a:spcAft>
                <a:spcPts val="0"/>
              </a:spcAft>
              <a:buClr>
                <a:srgbClr val="000000"/>
              </a:buClr>
              <a:buSzPts val="1350"/>
              <a:buChar char="–"/>
              <a:defRPr sz="1800"/>
            </a:lvl4pPr>
            <a:lvl5pPr indent="-314325" lvl="4" marL="2286000" algn="l">
              <a:spcBef>
                <a:spcPts val="1413"/>
              </a:spcBef>
              <a:spcAft>
                <a:spcPts val="0"/>
              </a:spcAft>
              <a:buClr>
                <a:srgbClr val="000000"/>
              </a:buClr>
              <a:buSzPts val="1350"/>
              <a:buChar char="●"/>
              <a:defRPr sz="1800"/>
            </a:lvl5pPr>
            <a:lvl6pPr indent="-314325" lvl="5" marL="2743200" algn="l">
              <a:spcBef>
                <a:spcPts val="1413"/>
              </a:spcBef>
              <a:spcAft>
                <a:spcPts val="0"/>
              </a:spcAft>
              <a:buClr>
                <a:srgbClr val="000000"/>
              </a:buClr>
              <a:buSzPts val="1350"/>
              <a:buChar char="●"/>
              <a:defRPr sz="1800"/>
            </a:lvl6pPr>
            <a:lvl7pPr indent="-314325" lvl="6" marL="3200400" algn="l">
              <a:spcBef>
                <a:spcPts val="1413"/>
              </a:spcBef>
              <a:spcAft>
                <a:spcPts val="0"/>
              </a:spcAft>
              <a:buClr>
                <a:srgbClr val="000000"/>
              </a:buClr>
              <a:buSzPts val="1350"/>
              <a:buChar char="●"/>
              <a:defRPr sz="1800"/>
            </a:lvl7pPr>
            <a:lvl8pPr indent="-314325" lvl="7" marL="3657600" algn="l">
              <a:spcBef>
                <a:spcPts val="1413"/>
              </a:spcBef>
              <a:spcAft>
                <a:spcPts val="0"/>
              </a:spcAft>
              <a:buClr>
                <a:srgbClr val="000000"/>
              </a:buClr>
              <a:buSzPts val="1350"/>
              <a:buChar char="●"/>
              <a:defRPr sz="1800"/>
            </a:lvl8pPr>
            <a:lvl9pPr indent="-314325" lvl="8" marL="4114800" algn="l">
              <a:spcBef>
                <a:spcPts val="1413"/>
              </a:spcBef>
              <a:spcAft>
                <a:spcPts val="1413"/>
              </a:spcAft>
              <a:buClr>
                <a:srgbClr val="000000"/>
              </a:buClr>
              <a:buSzPts val="1350"/>
              <a:buChar char="●"/>
              <a:defRPr sz="1800"/>
            </a:lvl9pPr>
          </a:lstStyle>
          <a:p/>
        </p:txBody>
      </p:sp>
      <p:sp>
        <p:nvSpPr>
          <p:cNvPr id="158" name="Google Shape;158;p30"/>
          <p:cNvSpPr txBox="1"/>
          <p:nvPr>
            <p:ph idx="2" type="body"/>
          </p:nvPr>
        </p:nvSpPr>
        <p:spPr>
          <a:xfrm>
            <a:off x="4648200" y="1117997"/>
            <a:ext cx="4152900" cy="2295525"/>
          </a:xfrm>
          <a:prstGeom prst="rect">
            <a:avLst/>
          </a:prstGeom>
          <a:noFill/>
          <a:ln>
            <a:noFill/>
          </a:ln>
        </p:spPr>
        <p:txBody>
          <a:bodyPr anchorCtr="0" anchor="t" bIns="0" lIns="0" spcFirstLastPara="1" rIns="0" wrap="square" tIns="0">
            <a:noAutofit/>
          </a:bodyPr>
          <a:lstStyle>
            <a:lvl1pPr indent="-406400" lvl="0" marL="457200" algn="l">
              <a:spcBef>
                <a:spcPts val="0"/>
              </a:spcBef>
              <a:spcAft>
                <a:spcPts val="0"/>
              </a:spcAft>
              <a:buClr>
                <a:srgbClr val="000000"/>
              </a:buClr>
              <a:buSzPts val="2800"/>
              <a:buFont typeface="Times New Roman"/>
              <a:buChar char="•"/>
              <a:defRPr sz="2800"/>
            </a:lvl1pPr>
            <a:lvl2pPr indent="-342900" lvl="1" marL="914400" algn="l">
              <a:spcBef>
                <a:spcPts val="1413"/>
              </a:spcBef>
              <a:spcAft>
                <a:spcPts val="0"/>
              </a:spcAft>
              <a:buClr>
                <a:srgbClr val="000000"/>
              </a:buClr>
              <a:buSzPts val="1800"/>
              <a:buChar char="–"/>
              <a:defRPr sz="2400"/>
            </a:lvl2pPr>
            <a:lvl3pPr indent="-323850" lvl="2" marL="1371600" algn="l">
              <a:spcBef>
                <a:spcPts val="1413"/>
              </a:spcBef>
              <a:spcAft>
                <a:spcPts val="0"/>
              </a:spcAft>
              <a:buClr>
                <a:srgbClr val="000000"/>
              </a:buClr>
              <a:buSzPts val="1500"/>
              <a:buChar char="●"/>
              <a:defRPr sz="2000"/>
            </a:lvl3pPr>
            <a:lvl4pPr indent="-314325" lvl="3" marL="1828800" algn="l">
              <a:spcBef>
                <a:spcPts val="1413"/>
              </a:spcBef>
              <a:spcAft>
                <a:spcPts val="0"/>
              </a:spcAft>
              <a:buClr>
                <a:srgbClr val="000000"/>
              </a:buClr>
              <a:buSzPts val="1350"/>
              <a:buChar char="–"/>
              <a:defRPr sz="1800"/>
            </a:lvl4pPr>
            <a:lvl5pPr indent="-314325" lvl="4" marL="2286000" algn="l">
              <a:spcBef>
                <a:spcPts val="1413"/>
              </a:spcBef>
              <a:spcAft>
                <a:spcPts val="0"/>
              </a:spcAft>
              <a:buClr>
                <a:srgbClr val="000000"/>
              </a:buClr>
              <a:buSzPts val="1350"/>
              <a:buChar char="●"/>
              <a:defRPr sz="1800"/>
            </a:lvl5pPr>
            <a:lvl6pPr indent="-314325" lvl="5" marL="2743200" algn="l">
              <a:spcBef>
                <a:spcPts val="1413"/>
              </a:spcBef>
              <a:spcAft>
                <a:spcPts val="0"/>
              </a:spcAft>
              <a:buClr>
                <a:srgbClr val="000000"/>
              </a:buClr>
              <a:buSzPts val="1350"/>
              <a:buChar char="●"/>
              <a:defRPr sz="1800"/>
            </a:lvl6pPr>
            <a:lvl7pPr indent="-314325" lvl="6" marL="3200400" algn="l">
              <a:spcBef>
                <a:spcPts val="1413"/>
              </a:spcBef>
              <a:spcAft>
                <a:spcPts val="0"/>
              </a:spcAft>
              <a:buClr>
                <a:srgbClr val="000000"/>
              </a:buClr>
              <a:buSzPts val="1350"/>
              <a:buChar char="●"/>
              <a:defRPr sz="1800"/>
            </a:lvl7pPr>
            <a:lvl8pPr indent="-314325" lvl="7" marL="3657600" algn="l">
              <a:spcBef>
                <a:spcPts val="1413"/>
              </a:spcBef>
              <a:spcAft>
                <a:spcPts val="0"/>
              </a:spcAft>
              <a:buClr>
                <a:srgbClr val="000000"/>
              </a:buClr>
              <a:buSzPts val="1350"/>
              <a:buChar char="●"/>
              <a:defRPr sz="1800"/>
            </a:lvl8pPr>
            <a:lvl9pPr indent="-314325" lvl="8" marL="4114800" algn="l">
              <a:spcBef>
                <a:spcPts val="1413"/>
              </a:spcBef>
              <a:spcAft>
                <a:spcPts val="1413"/>
              </a:spcAft>
              <a:buClr>
                <a:srgbClr val="000000"/>
              </a:buClr>
              <a:buSzPts val="1350"/>
              <a:buChar char="●"/>
              <a:defRPr sz="1800"/>
            </a:lvl9pPr>
          </a:lstStyle>
          <a:p/>
        </p:txBody>
      </p:sp>
      <p:sp>
        <p:nvSpPr>
          <p:cNvPr id="159" name="Google Shape;159;p30"/>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30"/>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30"/>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2" name="Shape 162"/>
        <p:cNvGrpSpPr/>
        <p:nvPr/>
      </p:nvGrpSpPr>
      <p:grpSpPr>
        <a:xfrm>
          <a:off x="0" y="0"/>
          <a:ext cx="0" cy="0"/>
          <a:chOff x="0" y="0"/>
          <a:chExt cx="0" cy="0"/>
        </a:xfrm>
      </p:grpSpPr>
      <p:sp>
        <p:nvSpPr>
          <p:cNvPr id="163" name="Google Shape;163;p31"/>
          <p:cNvSpPr txBox="1"/>
          <p:nvPr>
            <p:ph type="title"/>
          </p:nvPr>
        </p:nvSpPr>
        <p:spPr>
          <a:xfrm>
            <a:off x="457200" y="205978"/>
            <a:ext cx="8229600" cy="857250"/>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4" name="Google Shape;164;p31"/>
          <p:cNvSpPr txBox="1"/>
          <p:nvPr>
            <p:ph idx="1" type="body"/>
          </p:nvPr>
        </p:nvSpPr>
        <p:spPr>
          <a:xfrm>
            <a:off x="457200" y="1151335"/>
            <a:ext cx="4040188" cy="479822"/>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Clr>
                <a:srgbClr val="000000"/>
              </a:buClr>
              <a:buSzPts val="2400"/>
              <a:buFont typeface="Times New Roman"/>
              <a:buNone/>
              <a:defRPr b="1" sz="2400"/>
            </a:lvl1pPr>
            <a:lvl2pPr indent="-228600" lvl="1" marL="914400" algn="l">
              <a:spcBef>
                <a:spcPts val="1413"/>
              </a:spcBef>
              <a:spcAft>
                <a:spcPts val="0"/>
              </a:spcAft>
              <a:buClr>
                <a:srgbClr val="000000"/>
              </a:buClr>
              <a:buSzPts val="1500"/>
              <a:buNone/>
              <a:defRPr b="1" sz="2000"/>
            </a:lvl2pPr>
            <a:lvl3pPr indent="-228600" lvl="2" marL="1371600" algn="l">
              <a:spcBef>
                <a:spcPts val="1413"/>
              </a:spcBef>
              <a:spcAft>
                <a:spcPts val="0"/>
              </a:spcAft>
              <a:buClr>
                <a:srgbClr val="000000"/>
              </a:buClr>
              <a:buSzPts val="1350"/>
              <a:buNone/>
              <a:defRPr b="1" sz="1800"/>
            </a:lvl3pPr>
            <a:lvl4pPr indent="-228600" lvl="3" marL="1828800" algn="l">
              <a:spcBef>
                <a:spcPts val="1413"/>
              </a:spcBef>
              <a:spcAft>
                <a:spcPts val="0"/>
              </a:spcAft>
              <a:buClr>
                <a:srgbClr val="000000"/>
              </a:buClr>
              <a:buSzPts val="1200"/>
              <a:buNone/>
              <a:defRPr b="1" sz="1600"/>
            </a:lvl4pPr>
            <a:lvl5pPr indent="-228600" lvl="4" marL="2286000" algn="l">
              <a:spcBef>
                <a:spcPts val="1413"/>
              </a:spcBef>
              <a:spcAft>
                <a:spcPts val="0"/>
              </a:spcAft>
              <a:buClr>
                <a:srgbClr val="000000"/>
              </a:buClr>
              <a:buSzPts val="1200"/>
              <a:buNone/>
              <a:defRPr b="1" sz="1600"/>
            </a:lvl5pPr>
            <a:lvl6pPr indent="-228600" lvl="5" marL="2743200" algn="l">
              <a:spcBef>
                <a:spcPts val="1413"/>
              </a:spcBef>
              <a:spcAft>
                <a:spcPts val="0"/>
              </a:spcAft>
              <a:buClr>
                <a:srgbClr val="000000"/>
              </a:buClr>
              <a:buSzPts val="1200"/>
              <a:buNone/>
              <a:defRPr b="1" sz="1600"/>
            </a:lvl6pPr>
            <a:lvl7pPr indent="-228600" lvl="6" marL="3200400" algn="l">
              <a:spcBef>
                <a:spcPts val="1413"/>
              </a:spcBef>
              <a:spcAft>
                <a:spcPts val="0"/>
              </a:spcAft>
              <a:buClr>
                <a:srgbClr val="000000"/>
              </a:buClr>
              <a:buSzPts val="1200"/>
              <a:buNone/>
              <a:defRPr b="1" sz="1600"/>
            </a:lvl7pPr>
            <a:lvl8pPr indent="-228600" lvl="7" marL="3657600" algn="l">
              <a:spcBef>
                <a:spcPts val="1413"/>
              </a:spcBef>
              <a:spcAft>
                <a:spcPts val="0"/>
              </a:spcAft>
              <a:buClr>
                <a:srgbClr val="000000"/>
              </a:buClr>
              <a:buSzPts val="1200"/>
              <a:buNone/>
              <a:defRPr b="1" sz="1600"/>
            </a:lvl8pPr>
            <a:lvl9pPr indent="-228600" lvl="8" marL="4114800" algn="l">
              <a:spcBef>
                <a:spcPts val="1413"/>
              </a:spcBef>
              <a:spcAft>
                <a:spcPts val="1413"/>
              </a:spcAft>
              <a:buClr>
                <a:srgbClr val="000000"/>
              </a:buClr>
              <a:buSzPts val="1200"/>
              <a:buNone/>
              <a:defRPr b="1" sz="1600"/>
            </a:lvl9pPr>
          </a:lstStyle>
          <a:p/>
        </p:txBody>
      </p:sp>
      <p:sp>
        <p:nvSpPr>
          <p:cNvPr id="165" name="Google Shape;165;p31"/>
          <p:cNvSpPr txBox="1"/>
          <p:nvPr>
            <p:ph idx="2" type="body"/>
          </p:nvPr>
        </p:nvSpPr>
        <p:spPr>
          <a:xfrm>
            <a:off x="457200" y="1631156"/>
            <a:ext cx="4040188" cy="2963466"/>
          </a:xfrm>
          <a:prstGeom prst="rect">
            <a:avLst/>
          </a:prstGeom>
          <a:noFill/>
          <a:ln>
            <a:noFill/>
          </a:ln>
        </p:spPr>
        <p:txBody>
          <a:bodyPr anchorCtr="0" anchor="t" bIns="0" lIns="0" spcFirstLastPara="1" rIns="0" wrap="square" tIns="0">
            <a:noAutofit/>
          </a:bodyPr>
          <a:lstStyle>
            <a:lvl1pPr indent="-381000" lvl="0" marL="457200" algn="l">
              <a:spcBef>
                <a:spcPts val="0"/>
              </a:spcBef>
              <a:spcAft>
                <a:spcPts val="0"/>
              </a:spcAft>
              <a:buClr>
                <a:srgbClr val="000000"/>
              </a:buClr>
              <a:buSzPts val="2400"/>
              <a:buFont typeface="Times New Roman"/>
              <a:buChar char="•"/>
              <a:defRPr sz="2400"/>
            </a:lvl1pPr>
            <a:lvl2pPr indent="-323850" lvl="1" marL="914400" algn="l">
              <a:spcBef>
                <a:spcPts val="1413"/>
              </a:spcBef>
              <a:spcAft>
                <a:spcPts val="0"/>
              </a:spcAft>
              <a:buClr>
                <a:srgbClr val="000000"/>
              </a:buClr>
              <a:buSzPts val="1500"/>
              <a:buChar char="–"/>
              <a:defRPr sz="2000"/>
            </a:lvl2pPr>
            <a:lvl3pPr indent="-314325" lvl="2" marL="1371600" algn="l">
              <a:spcBef>
                <a:spcPts val="1413"/>
              </a:spcBef>
              <a:spcAft>
                <a:spcPts val="0"/>
              </a:spcAft>
              <a:buClr>
                <a:srgbClr val="000000"/>
              </a:buClr>
              <a:buSzPts val="1350"/>
              <a:buChar char="●"/>
              <a:defRPr sz="1800"/>
            </a:lvl3pPr>
            <a:lvl4pPr indent="-304800" lvl="3" marL="1828800" algn="l">
              <a:spcBef>
                <a:spcPts val="1413"/>
              </a:spcBef>
              <a:spcAft>
                <a:spcPts val="0"/>
              </a:spcAft>
              <a:buClr>
                <a:srgbClr val="000000"/>
              </a:buClr>
              <a:buSzPts val="1200"/>
              <a:buChar char="–"/>
              <a:defRPr sz="1600"/>
            </a:lvl4pPr>
            <a:lvl5pPr indent="-304800" lvl="4" marL="2286000" algn="l">
              <a:spcBef>
                <a:spcPts val="1413"/>
              </a:spcBef>
              <a:spcAft>
                <a:spcPts val="0"/>
              </a:spcAft>
              <a:buClr>
                <a:srgbClr val="000000"/>
              </a:buClr>
              <a:buSzPts val="1200"/>
              <a:buChar char="●"/>
              <a:defRPr sz="1600"/>
            </a:lvl5pPr>
            <a:lvl6pPr indent="-304800" lvl="5" marL="2743200" algn="l">
              <a:spcBef>
                <a:spcPts val="1413"/>
              </a:spcBef>
              <a:spcAft>
                <a:spcPts val="0"/>
              </a:spcAft>
              <a:buClr>
                <a:srgbClr val="000000"/>
              </a:buClr>
              <a:buSzPts val="1200"/>
              <a:buChar char="●"/>
              <a:defRPr sz="1600"/>
            </a:lvl6pPr>
            <a:lvl7pPr indent="-304800" lvl="6" marL="3200400" algn="l">
              <a:spcBef>
                <a:spcPts val="1413"/>
              </a:spcBef>
              <a:spcAft>
                <a:spcPts val="0"/>
              </a:spcAft>
              <a:buClr>
                <a:srgbClr val="000000"/>
              </a:buClr>
              <a:buSzPts val="1200"/>
              <a:buChar char="●"/>
              <a:defRPr sz="1600"/>
            </a:lvl7pPr>
            <a:lvl8pPr indent="-304800" lvl="7" marL="3657600" algn="l">
              <a:spcBef>
                <a:spcPts val="1413"/>
              </a:spcBef>
              <a:spcAft>
                <a:spcPts val="0"/>
              </a:spcAft>
              <a:buClr>
                <a:srgbClr val="000000"/>
              </a:buClr>
              <a:buSzPts val="1200"/>
              <a:buChar char="●"/>
              <a:defRPr sz="1600"/>
            </a:lvl8pPr>
            <a:lvl9pPr indent="-304800" lvl="8" marL="4114800" algn="l">
              <a:spcBef>
                <a:spcPts val="1413"/>
              </a:spcBef>
              <a:spcAft>
                <a:spcPts val="1413"/>
              </a:spcAft>
              <a:buClr>
                <a:srgbClr val="000000"/>
              </a:buClr>
              <a:buSzPts val="1200"/>
              <a:buChar char="●"/>
              <a:defRPr sz="1600"/>
            </a:lvl9pPr>
          </a:lstStyle>
          <a:p/>
        </p:txBody>
      </p:sp>
      <p:sp>
        <p:nvSpPr>
          <p:cNvPr id="166" name="Google Shape;166;p31"/>
          <p:cNvSpPr txBox="1"/>
          <p:nvPr>
            <p:ph idx="3" type="body"/>
          </p:nvPr>
        </p:nvSpPr>
        <p:spPr>
          <a:xfrm>
            <a:off x="4645025" y="1151335"/>
            <a:ext cx="4041775" cy="479822"/>
          </a:xfrm>
          <a:prstGeom prst="rect">
            <a:avLst/>
          </a:prstGeom>
          <a:noFill/>
          <a:ln>
            <a:noFill/>
          </a:ln>
        </p:spPr>
        <p:txBody>
          <a:bodyPr anchorCtr="0" anchor="b" bIns="0" lIns="0" spcFirstLastPara="1" rIns="0" wrap="square" tIns="0">
            <a:noAutofit/>
          </a:bodyPr>
          <a:lstStyle>
            <a:lvl1pPr indent="-228600" lvl="0" marL="457200" algn="l">
              <a:spcBef>
                <a:spcPts val="0"/>
              </a:spcBef>
              <a:spcAft>
                <a:spcPts val="0"/>
              </a:spcAft>
              <a:buClr>
                <a:srgbClr val="000000"/>
              </a:buClr>
              <a:buSzPts val="2400"/>
              <a:buFont typeface="Times New Roman"/>
              <a:buNone/>
              <a:defRPr b="1" sz="2400"/>
            </a:lvl1pPr>
            <a:lvl2pPr indent="-228600" lvl="1" marL="914400" algn="l">
              <a:spcBef>
                <a:spcPts val="1413"/>
              </a:spcBef>
              <a:spcAft>
                <a:spcPts val="0"/>
              </a:spcAft>
              <a:buClr>
                <a:srgbClr val="000000"/>
              </a:buClr>
              <a:buSzPts val="1500"/>
              <a:buNone/>
              <a:defRPr b="1" sz="2000"/>
            </a:lvl2pPr>
            <a:lvl3pPr indent="-228600" lvl="2" marL="1371600" algn="l">
              <a:spcBef>
                <a:spcPts val="1413"/>
              </a:spcBef>
              <a:spcAft>
                <a:spcPts val="0"/>
              </a:spcAft>
              <a:buClr>
                <a:srgbClr val="000000"/>
              </a:buClr>
              <a:buSzPts val="1350"/>
              <a:buNone/>
              <a:defRPr b="1" sz="1800"/>
            </a:lvl3pPr>
            <a:lvl4pPr indent="-228600" lvl="3" marL="1828800" algn="l">
              <a:spcBef>
                <a:spcPts val="1413"/>
              </a:spcBef>
              <a:spcAft>
                <a:spcPts val="0"/>
              </a:spcAft>
              <a:buClr>
                <a:srgbClr val="000000"/>
              </a:buClr>
              <a:buSzPts val="1200"/>
              <a:buNone/>
              <a:defRPr b="1" sz="1600"/>
            </a:lvl4pPr>
            <a:lvl5pPr indent="-228600" lvl="4" marL="2286000" algn="l">
              <a:spcBef>
                <a:spcPts val="1413"/>
              </a:spcBef>
              <a:spcAft>
                <a:spcPts val="0"/>
              </a:spcAft>
              <a:buClr>
                <a:srgbClr val="000000"/>
              </a:buClr>
              <a:buSzPts val="1200"/>
              <a:buNone/>
              <a:defRPr b="1" sz="1600"/>
            </a:lvl5pPr>
            <a:lvl6pPr indent="-228600" lvl="5" marL="2743200" algn="l">
              <a:spcBef>
                <a:spcPts val="1413"/>
              </a:spcBef>
              <a:spcAft>
                <a:spcPts val="0"/>
              </a:spcAft>
              <a:buClr>
                <a:srgbClr val="000000"/>
              </a:buClr>
              <a:buSzPts val="1200"/>
              <a:buNone/>
              <a:defRPr b="1" sz="1600"/>
            </a:lvl6pPr>
            <a:lvl7pPr indent="-228600" lvl="6" marL="3200400" algn="l">
              <a:spcBef>
                <a:spcPts val="1413"/>
              </a:spcBef>
              <a:spcAft>
                <a:spcPts val="0"/>
              </a:spcAft>
              <a:buClr>
                <a:srgbClr val="000000"/>
              </a:buClr>
              <a:buSzPts val="1200"/>
              <a:buNone/>
              <a:defRPr b="1" sz="1600"/>
            </a:lvl7pPr>
            <a:lvl8pPr indent="-228600" lvl="7" marL="3657600" algn="l">
              <a:spcBef>
                <a:spcPts val="1413"/>
              </a:spcBef>
              <a:spcAft>
                <a:spcPts val="0"/>
              </a:spcAft>
              <a:buClr>
                <a:srgbClr val="000000"/>
              </a:buClr>
              <a:buSzPts val="1200"/>
              <a:buNone/>
              <a:defRPr b="1" sz="1600"/>
            </a:lvl8pPr>
            <a:lvl9pPr indent="-228600" lvl="8" marL="4114800" algn="l">
              <a:spcBef>
                <a:spcPts val="1413"/>
              </a:spcBef>
              <a:spcAft>
                <a:spcPts val="1413"/>
              </a:spcAft>
              <a:buClr>
                <a:srgbClr val="000000"/>
              </a:buClr>
              <a:buSzPts val="1200"/>
              <a:buNone/>
              <a:defRPr b="1" sz="1600"/>
            </a:lvl9pPr>
          </a:lstStyle>
          <a:p/>
        </p:txBody>
      </p:sp>
      <p:sp>
        <p:nvSpPr>
          <p:cNvPr id="167" name="Google Shape;167;p31"/>
          <p:cNvSpPr txBox="1"/>
          <p:nvPr>
            <p:ph idx="4" type="body"/>
          </p:nvPr>
        </p:nvSpPr>
        <p:spPr>
          <a:xfrm>
            <a:off x="4645025" y="1631156"/>
            <a:ext cx="4041775" cy="2963466"/>
          </a:xfrm>
          <a:prstGeom prst="rect">
            <a:avLst/>
          </a:prstGeom>
          <a:noFill/>
          <a:ln>
            <a:noFill/>
          </a:ln>
        </p:spPr>
        <p:txBody>
          <a:bodyPr anchorCtr="0" anchor="t" bIns="0" lIns="0" spcFirstLastPara="1" rIns="0" wrap="square" tIns="0">
            <a:noAutofit/>
          </a:bodyPr>
          <a:lstStyle>
            <a:lvl1pPr indent="-381000" lvl="0" marL="457200" algn="l">
              <a:spcBef>
                <a:spcPts val="0"/>
              </a:spcBef>
              <a:spcAft>
                <a:spcPts val="0"/>
              </a:spcAft>
              <a:buClr>
                <a:srgbClr val="000000"/>
              </a:buClr>
              <a:buSzPts val="2400"/>
              <a:buFont typeface="Times New Roman"/>
              <a:buChar char="•"/>
              <a:defRPr sz="2400"/>
            </a:lvl1pPr>
            <a:lvl2pPr indent="-323850" lvl="1" marL="914400" algn="l">
              <a:spcBef>
                <a:spcPts val="1413"/>
              </a:spcBef>
              <a:spcAft>
                <a:spcPts val="0"/>
              </a:spcAft>
              <a:buClr>
                <a:srgbClr val="000000"/>
              </a:buClr>
              <a:buSzPts val="1500"/>
              <a:buChar char="–"/>
              <a:defRPr sz="2000"/>
            </a:lvl2pPr>
            <a:lvl3pPr indent="-314325" lvl="2" marL="1371600" algn="l">
              <a:spcBef>
                <a:spcPts val="1413"/>
              </a:spcBef>
              <a:spcAft>
                <a:spcPts val="0"/>
              </a:spcAft>
              <a:buClr>
                <a:srgbClr val="000000"/>
              </a:buClr>
              <a:buSzPts val="1350"/>
              <a:buChar char="●"/>
              <a:defRPr sz="1800"/>
            </a:lvl3pPr>
            <a:lvl4pPr indent="-304800" lvl="3" marL="1828800" algn="l">
              <a:spcBef>
                <a:spcPts val="1413"/>
              </a:spcBef>
              <a:spcAft>
                <a:spcPts val="0"/>
              </a:spcAft>
              <a:buClr>
                <a:srgbClr val="000000"/>
              </a:buClr>
              <a:buSzPts val="1200"/>
              <a:buChar char="–"/>
              <a:defRPr sz="1600"/>
            </a:lvl4pPr>
            <a:lvl5pPr indent="-304800" lvl="4" marL="2286000" algn="l">
              <a:spcBef>
                <a:spcPts val="1413"/>
              </a:spcBef>
              <a:spcAft>
                <a:spcPts val="0"/>
              </a:spcAft>
              <a:buClr>
                <a:srgbClr val="000000"/>
              </a:buClr>
              <a:buSzPts val="1200"/>
              <a:buChar char="●"/>
              <a:defRPr sz="1600"/>
            </a:lvl5pPr>
            <a:lvl6pPr indent="-304800" lvl="5" marL="2743200" algn="l">
              <a:spcBef>
                <a:spcPts val="1413"/>
              </a:spcBef>
              <a:spcAft>
                <a:spcPts val="0"/>
              </a:spcAft>
              <a:buClr>
                <a:srgbClr val="000000"/>
              </a:buClr>
              <a:buSzPts val="1200"/>
              <a:buChar char="●"/>
              <a:defRPr sz="1600"/>
            </a:lvl6pPr>
            <a:lvl7pPr indent="-304800" lvl="6" marL="3200400" algn="l">
              <a:spcBef>
                <a:spcPts val="1413"/>
              </a:spcBef>
              <a:spcAft>
                <a:spcPts val="0"/>
              </a:spcAft>
              <a:buClr>
                <a:srgbClr val="000000"/>
              </a:buClr>
              <a:buSzPts val="1200"/>
              <a:buChar char="●"/>
              <a:defRPr sz="1600"/>
            </a:lvl7pPr>
            <a:lvl8pPr indent="-304800" lvl="7" marL="3657600" algn="l">
              <a:spcBef>
                <a:spcPts val="1413"/>
              </a:spcBef>
              <a:spcAft>
                <a:spcPts val="0"/>
              </a:spcAft>
              <a:buClr>
                <a:srgbClr val="000000"/>
              </a:buClr>
              <a:buSzPts val="1200"/>
              <a:buChar char="●"/>
              <a:defRPr sz="1600"/>
            </a:lvl8pPr>
            <a:lvl9pPr indent="-304800" lvl="8" marL="4114800" algn="l">
              <a:spcBef>
                <a:spcPts val="1413"/>
              </a:spcBef>
              <a:spcAft>
                <a:spcPts val="1413"/>
              </a:spcAft>
              <a:buClr>
                <a:srgbClr val="000000"/>
              </a:buClr>
              <a:buSzPts val="1200"/>
              <a:buChar char="●"/>
              <a:defRPr sz="1600"/>
            </a:lvl9pPr>
          </a:lstStyle>
          <a:p/>
        </p:txBody>
      </p:sp>
      <p:sp>
        <p:nvSpPr>
          <p:cNvPr id="168" name="Google Shape;168;p31"/>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31"/>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31"/>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 name="Shape 171"/>
        <p:cNvGrpSpPr/>
        <p:nvPr/>
      </p:nvGrpSpPr>
      <p:grpSpPr>
        <a:xfrm>
          <a:off x="0" y="0"/>
          <a:ext cx="0" cy="0"/>
          <a:chOff x="0" y="0"/>
          <a:chExt cx="0" cy="0"/>
        </a:xfrm>
      </p:grpSpPr>
      <p:sp>
        <p:nvSpPr>
          <p:cNvPr id="172" name="Google Shape;172;p32"/>
          <p:cNvSpPr txBox="1"/>
          <p:nvPr>
            <p:ph type="title"/>
          </p:nvPr>
        </p:nvSpPr>
        <p:spPr>
          <a:xfrm>
            <a:off x="536575" y="297656"/>
            <a:ext cx="8070850" cy="419100"/>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3" name="Google Shape;173;p32"/>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2"/>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32"/>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76" name="Shape 176"/>
        <p:cNvGrpSpPr/>
        <p:nvPr/>
      </p:nvGrpSpPr>
      <p:grpSpPr>
        <a:xfrm>
          <a:off x="0" y="0"/>
          <a:ext cx="0" cy="0"/>
          <a:chOff x="0" y="0"/>
          <a:chExt cx="0" cy="0"/>
        </a:xfrm>
      </p:grpSpPr>
      <p:sp>
        <p:nvSpPr>
          <p:cNvPr id="177" name="Google Shape;177;p33"/>
          <p:cNvSpPr txBox="1"/>
          <p:nvPr>
            <p:ph type="title"/>
          </p:nvPr>
        </p:nvSpPr>
        <p:spPr>
          <a:xfrm>
            <a:off x="457200" y="204788"/>
            <a:ext cx="3008313" cy="871538"/>
          </a:xfrm>
          <a:prstGeom prst="rect">
            <a:avLst/>
          </a:prstGeom>
          <a:noFill/>
          <a:ln>
            <a:noFill/>
          </a:ln>
        </p:spPr>
        <p:txBody>
          <a:bodyPr anchorCtr="1" anchor="b" bIns="0" lIns="0" spcFirstLastPara="1" rIns="0" wrap="square" tIns="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8" name="Google Shape;178;p33"/>
          <p:cNvSpPr txBox="1"/>
          <p:nvPr>
            <p:ph idx="1" type="body"/>
          </p:nvPr>
        </p:nvSpPr>
        <p:spPr>
          <a:xfrm>
            <a:off x="3575050" y="204788"/>
            <a:ext cx="5111750" cy="4389835"/>
          </a:xfrm>
          <a:prstGeom prst="rect">
            <a:avLst/>
          </a:prstGeom>
          <a:noFill/>
          <a:ln>
            <a:noFill/>
          </a:ln>
        </p:spPr>
        <p:txBody>
          <a:bodyPr anchorCtr="0" anchor="t" bIns="0" lIns="0" spcFirstLastPara="1" rIns="0" wrap="square" tIns="0">
            <a:noAutofit/>
          </a:bodyPr>
          <a:lstStyle>
            <a:lvl1pPr indent="-431800" lvl="0" marL="457200" algn="l">
              <a:spcBef>
                <a:spcPts val="0"/>
              </a:spcBef>
              <a:spcAft>
                <a:spcPts val="0"/>
              </a:spcAft>
              <a:buClr>
                <a:srgbClr val="000000"/>
              </a:buClr>
              <a:buSzPts val="3200"/>
              <a:buFont typeface="Times New Roman"/>
              <a:buChar char="•"/>
              <a:defRPr sz="3200"/>
            </a:lvl1pPr>
            <a:lvl2pPr indent="-361950" lvl="1" marL="914400" algn="l">
              <a:spcBef>
                <a:spcPts val="1413"/>
              </a:spcBef>
              <a:spcAft>
                <a:spcPts val="0"/>
              </a:spcAft>
              <a:buClr>
                <a:srgbClr val="000000"/>
              </a:buClr>
              <a:buSzPts val="2100"/>
              <a:buChar char="–"/>
              <a:defRPr sz="2800"/>
            </a:lvl2pPr>
            <a:lvl3pPr indent="-342900" lvl="2" marL="1371600" algn="l">
              <a:spcBef>
                <a:spcPts val="1413"/>
              </a:spcBef>
              <a:spcAft>
                <a:spcPts val="0"/>
              </a:spcAft>
              <a:buClr>
                <a:srgbClr val="000000"/>
              </a:buClr>
              <a:buSzPts val="1800"/>
              <a:buChar char="●"/>
              <a:defRPr sz="2400"/>
            </a:lvl3pPr>
            <a:lvl4pPr indent="-323850" lvl="3" marL="1828800" algn="l">
              <a:spcBef>
                <a:spcPts val="1413"/>
              </a:spcBef>
              <a:spcAft>
                <a:spcPts val="0"/>
              </a:spcAft>
              <a:buClr>
                <a:srgbClr val="000000"/>
              </a:buClr>
              <a:buSzPts val="1500"/>
              <a:buChar char="–"/>
              <a:defRPr sz="2000"/>
            </a:lvl4pPr>
            <a:lvl5pPr indent="-323850" lvl="4" marL="2286000" algn="l">
              <a:spcBef>
                <a:spcPts val="1413"/>
              </a:spcBef>
              <a:spcAft>
                <a:spcPts val="0"/>
              </a:spcAft>
              <a:buClr>
                <a:srgbClr val="000000"/>
              </a:buClr>
              <a:buSzPts val="1500"/>
              <a:buChar char="●"/>
              <a:defRPr sz="2000"/>
            </a:lvl5pPr>
            <a:lvl6pPr indent="-323850" lvl="5" marL="2743200" algn="l">
              <a:spcBef>
                <a:spcPts val="1413"/>
              </a:spcBef>
              <a:spcAft>
                <a:spcPts val="0"/>
              </a:spcAft>
              <a:buClr>
                <a:srgbClr val="000000"/>
              </a:buClr>
              <a:buSzPts val="1500"/>
              <a:buChar char="●"/>
              <a:defRPr sz="2000"/>
            </a:lvl6pPr>
            <a:lvl7pPr indent="-323850" lvl="6" marL="3200400" algn="l">
              <a:spcBef>
                <a:spcPts val="1413"/>
              </a:spcBef>
              <a:spcAft>
                <a:spcPts val="0"/>
              </a:spcAft>
              <a:buClr>
                <a:srgbClr val="000000"/>
              </a:buClr>
              <a:buSzPts val="1500"/>
              <a:buChar char="●"/>
              <a:defRPr sz="2000"/>
            </a:lvl7pPr>
            <a:lvl8pPr indent="-323850" lvl="7" marL="3657600" algn="l">
              <a:spcBef>
                <a:spcPts val="1413"/>
              </a:spcBef>
              <a:spcAft>
                <a:spcPts val="0"/>
              </a:spcAft>
              <a:buClr>
                <a:srgbClr val="000000"/>
              </a:buClr>
              <a:buSzPts val="1500"/>
              <a:buChar char="●"/>
              <a:defRPr sz="2000"/>
            </a:lvl8pPr>
            <a:lvl9pPr indent="-323850" lvl="8" marL="4114800" algn="l">
              <a:spcBef>
                <a:spcPts val="1413"/>
              </a:spcBef>
              <a:spcAft>
                <a:spcPts val="1413"/>
              </a:spcAft>
              <a:buClr>
                <a:srgbClr val="000000"/>
              </a:buClr>
              <a:buSzPts val="1500"/>
              <a:buChar char="●"/>
              <a:defRPr sz="2000"/>
            </a:lvl9pPr>
          </a:lstStyle>
          <a:p/>
        </p:txBody>
      </p:sp>
      <p:sp>
        <p:nvSpPr>
          <p:cNvPr id="179" name="Google Shape;179;p33"/>
          <p:cNvSpPr txBox="1"/>
          <p:nvPr>
            <p:ph idx="2" type="body"/>
          </p:nvPr>
        </p:nvSpPr>
        <p:spPr>
          <a:xfrm>
            <a:off x="457200" y="1076325"/>
            <a:ext cx="3008313" cy="3518297"/>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Clr>
                <a:srgbClr val="000000"/>
              </a:buClr>
              <a:buSzPts val="1400"/>
              <a:buFont typeface="Times New Roman"/>
              <a:buNone/>
              <a:defRPr sz="1400"/>
            </a:lvl1pPr>
            <a:lvl2pPr indent="-228600" lvl="1" marL="914400" algn="l">
              <a:spcBef>
                <a:spcPts val="1413"/>
              </a:spcBef>
              <a:spcAft>
                <a:spcPts val="0"/>
              </a:spcAft>
              <a:buClr>
                <a:srgbClr val="000000"/>
              </a:buClr>
              <a:buSzPts val="900"/>
              <a:buNone/>
              <a:defRPr sz="1200"/>
            </a:lvl2pPr>
            <a:lvl3pPr indent="-228600" lvl="2" marL="1371600" algn="l">
              <a:spcBef>
                <a:spcPts val="1413"/>
              </a:spcBef>
              <a:spcAft>
                <a:spcPts val="0"/>
              </a:spcAft>
              <a:buClr>
                <a:srgbClr val="000000"/>
              </a:buClr>
              <a:buSzPts val="750"/>
              <a:buNone/>
              <a:defRPr sz="1000"/>
            </a:lvl3pPr>
            <a:lvl4pPr indent="-228600" lvl="3" marL="1828800" algn="l">
              <a:spcBef>
                <a:spcPts val="1413"/>
              </a:spcBef>
              <a:spcAft>
                <a:spcPts val="0"/>
              </a:spcAft>
              <a:buClr>
                <a:srgbClr val="000000"/>
              </a:buClr>
              <a:buSzPts val="675"/>
              <a:buNone/>
              <a:defRPr sz="900"/>
            </a:lvl4pPr>
            <a:lvl5pPr indent="-228600" lvl="4" marL="2286000" algn="l">
              <a:spcBef>
                <a:spcPts val="1413"/>
              </a:spcBef>
              <a:spcAft>
                <a:spcPts val="0"/>
              </a:spcAft>
              <a:buClr>
                <a:srgbClr val="000000"/>
              </a:buClr>
              <a:buSzPts val="675"/>
              <a:buNone/>
              <a:defRPr sz="900"/>
            </a:lvl5pPr>
            <a:lvl6pPr indent="-228600" lvl="5" marL="2743200" algn="l">
              <a:spcBef>
                <a:spcPts val="1413"/>
              </a:spcBef>
              <a:spcAft>
                <a:spcPts val="0"/>
              </a:spcAft>
              <a:buClr>
                <a:srgbClr val="000000"/>
              </a:buClr>
              <a:buSzPts val="675"/>
              <a:buNone/>
              <a:defRPr sz="900"/>
            </a:lvl6pPr>
            <a:lvl7pPr indent="-228600" lvl="6" marL="3200400" algn="l">
              <a:spcBef>
                <a:spcPts val="1413"/>
              </a:spcBef>
              <a:spcAft>
                <a:spcPts val="0"/>
              </a:spcAft>
              <a:buClr>
                <a:srgbClr val="000000"/>
              </a:buClr>
              <a:buSzPts val="675"/>
              <a:buNone/>
              <a:defRPr sz="900"/>
            </a:lvl7pPr>
            <a:lvl8pPr indent="-228600" lvl="7" marL="3657600" algn="l">
              <a:spcBef>
                <a:spcPts val="1413"/>
              </a:spcBef>
              <a:spcAft>
                <a:spcPts val="0"/>
              </a:spcAft>
              <a:buClr>
                <a:srgbClr val="000000"/>
              </a:buClr>
              <a:buSzPts val="675"/>
              <a:buNone/>
              <a:defRPr sz="900"/>
            </a:lvl8pPr>
            <a:lvl9pPr indent="-228600" lvl="8" marL="4114800" algn="l">
              <a:spcBef>
                <a:spcPts val="1413"/>
              </a:spcBef>
              <a:spcAft>
                <a:spcPts val="1413"/>
              </a:spcAft>
              <a:buClr>
                <a:srgbClr val="000000"/>
              </a:buClr>
              <a:buSzPts val="675"/>
              <a:buNone/>
              <a:defRPr sz="900"/>
            </a:lvl9pPr>
          </a:lstStyle>
          <a:p/>
        </p:txBody>
      </p:sp>
      <p:sp>
        <p:nvSpPr>
          <p:cNvPr id="180" name="Google Shape;180;p33"/>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33"/>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33"/>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3" name="Shape 183"/>
        <p:cNvGrpSpPr/>
        <p:nvPr/>
      </p:nvGrpSpPr>
      <p:grpSpPr>
        <a:xfrm>
          <a:off x="0" y="0"/>
          <a:ext cx="0" cy="0"/>
          <a:chOff x="0" y="0"/>
          <a:chExt cx="0" cy="0"/>
        </a:xfrm>
      </p:grpSpPr>
      <p:sp>
        <p:nvSpPr>
          <p:cNvPr id="184" name="Google Shape;184;p34"/>
          <p:cNvSpPr txBox="1"/>
          <p:nvPr>
            <p:ph type="title"/>
          </p:nvPr>
        </p:nvSpPr>
        <p:spPr>
          <a:xfrm>
            <a:off x="1792288" y="3600450"/>
            <a:ext cx="5486400" cy="425054"/>
          </a:xfrm>
          <a:prstGeom prst="rect">
            <a:avLst/>
          </a:prstGeom>
          <a:noFill/>
          <a:ln>
            <a:noFill/>
          </a:ln>
        </p:spPr>
        <p:txBody>
          <a:bodyPr anchorCtr="1" anchor="b" bIns="0" lIns="0" spcFirstLastPara="1" rIns="0" wrap="square" tIns="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5" name="Google Shape;185;p34"/>
          <p:cNvSpPr/>
          <p:nvPr>
            <p:ph idx="2" type="pic"/>
          </p:nvPr>
        </p:nvSpPr>
        <p:spPr>
          <a:xfrm>
            <a:off x="1792288" y="459581"/>
            <a:ext cx="5486400" cy="3086100"/>
          </a:xfrm>
          <a:prstGeom prst="rect">
            <a:avLst/>
          </a:prstGeom>
          <a:noFill/>
          <a:ln>
            <a:noFill/>
          </a:ln>
        </p:spPr>
      </p:sp>
      <p:sp>
        <p:nvSpPr>
          <p:cNvPr id="186" name="Google Shape;186;p34"/>
          <p:cNvSpPr txBox="1"/>
          <p:nvPr>
            <p:ph idx="1" type="body"/>
          </p:nvPr>
        </p:nvSpPr>
        <p:spPr>
          <a:xfrm>
            <a:off x="1792288" y="4025503"/>
            <a:ext cx="5486400" cy="603647"/>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Clr>
                <a:srgbClr val="000000"/>
              </a:buClr>
              <a:buSzPts val="1400"/>
              <a:buFont typeface="Times New Roman"/>
              <a:buNone/>
              <a:defRPr sz="1400"/>
            </a:lvl1pPr>
            <a:lvl2pPr indent="-228600" lvl="1" marL="914400" algn="l">
              <a:spcBef>
                <a:spcPts val="1413"/>
              </a:spcBef>
              <a:spcAft>
                <a:spcPts val="0"/>
              </a:spcAft>
              <a:buClr>
                <a:srgbClr val="000000"/>
              </a:buClr>
              <a:buSzPts val="900"/>
              <a:buNone/>
              <a:defRPr sz="1200"/>
            </a:lvl2pPr>
            <a:lvl3pPr indent="-228600" lvl="2" marL="1371600" algn="l">
              <a:spcBef>
                <a:spcPts val="1413"/>
              </a:spcBef>
              <a:spcAft>
                <a:spcPts val="0"/>
              </a:spcAft>
              <a:buClr>
                <a:srgbClr val="000000"/>
              </a:buClr>
              <a:buSzPts val="750"/>
              <a:buNone/>
              <a:defRPr sz="1000"/>
            </a:lvl3pPr>
            <a:lvl4pPr indent="-228600" lvl="3" marL="1828800" algn="l">
              <a:spcBef>
                <a:spcPts val="1413"/>
              </a:spcBef>
              <a:spcAft>
                <a:spcPts val="0"/>
              </a:spcAft>
              <a:buClr>
                <a:srgbClr val="000000"/>
              </a:buClr>
              <a:buSzPts val="675"/>
              <a:buNone/>
              <a:defRPr sz="900"/>
            </a:lvl4pPr>
            <a:lvl5pPr indent="-228600" lvl="4" marL="2286000" algn="l">
              <a:spcBef>
                <a:spcPts val="1413"/>
              </a:spcBef>
              <a:spcAft>
                <a:spcPts val="0"/>
              </a:spcAft>
              <a:buClr>
                <a:srgbClr val="000000"/>
              </a:buClr>
              <a:buSzPts val="675"/>
              <a:buNone/>
              <a:defRPr sz="900"/>
            </a:lvl5pPr>
            <a:lvl6pPr indent="-228600" lvl="5" marL="2743200" algn="l">
              <a:spcBef>
                <a:spcPts val="1413"/>
              </a:spcBef>
              <a:spcAft>
                <a:spcPts val="0"/>
              </a:spcAft>
              <a:buClr>
                <a:srgbClr val="000000"/>
              </a:buClr>
              <a:buSzPts val="675"/>
              <a:buNone/>
              <a:defRPr sz="900"/>
            </a:lvl6pPr>
            <a:lvl7pPr indent="-228600" lvl="6" marL="3200400" algn="l">
              <a:spcBef>
                <a:spcPts val="1413"/>
              </a:spcBef>
              <a:spcAft>
                <a:spcPts val="0"/>
              </a:spcAft>
              <a:buClr>
                <a:srgbClr val="000000"/>
              </a:buClr>
              <a:buSzPts val="675"/>
              <a:buNone/>
              <a:defRPr sz="900"/>
            </a:lvl7pPr>
            <a:lvl8pPr indent="-228600" lvl="7" marL="3657600" algn="l">
              <a:spcBef>
                <a:spcPts val="1413"/>
              </a:spcBef>
              <a:spcAft>
                <a:spcPts val="0"/>
              </a:spcAft>
              <a:buClr>
                <a:srgbClr val="000000"/>
              </a:buClr>
              <a:buSzPts val="675"/>
              <a:buNone/>
              <a:defRPr sz="900"/>
            </a:lvl8pPr>
            <a:lvl9pPr indent="-228600" lvl="8" marL="4114800" algn="l">
              <a:spcBef>
                <a:spcPts val="1413"/>
              </a:spcBef>
              <a:spcAft>
                <a:spcPts val="1413"/>
              </a:spcAft>
              <a:buClr>
                <a:srgbClr val="000000"/>
              </a:buClr>
              <a:buSzPts val="675"/>
              <a:buNone/>
              <a:defRPr sz="900"/>
            </a:lvl9pPr>
          </a:lstStyle>
          <a:p/>
        </p:txBody>
      </p:sp>
      <p:sp>
        <p:nvSpPr>
          <p:cNvPr id="187" name="Google Shape;187;p34"/>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4"/>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34"/>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0" name="Shape 190"/>
        <p:cNvGrpSpPr/>
        <p:nvPr/>
      </p:nvGrpSpPr>
      <p:grpSpPr>
        <a:xfrm>
          <a:off x="0" y="0"/>
          <a:ext cx="0" cy="0"/>
          <a:chOff x="0" y="0"/>
          <a:chExt cx="0" cy="0"/>
        </a:xfrm>
      </p:grpSpPr>
      <p:sp>
        <p:nvSpPr>
          <p:cNvPr id="191" name="Google Shape;191;p35"/>
          <p:cNvSpPr txBox="1"/>
          <p:nvPr>
            <p:ph type="title"/>
          </p:nvPr>
        </p:nvSpPr>
        <p:spPr>
          <a:xfrm>
            <a:off x="536575" y="297656"/>
            <a:ext cx="8070850" cy="419100"/>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2" name="Google Shape;192;p35"/>
          <p:cNvSpPr txBox="1"/>
          <p:nvPr>
            <p:ph idx="1" type="body"/>
          </p:nvPr>
        </p:nvSpPr>
        <p:spPr>
          <a:xfrm rot="5400000">
            <a:off x="3424238" y="-1963340"/>
            <a:ext cx="2295525" cy="8458200"/>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14325" lvl="1" marL="914400" algn="l">
              <a:spcBef>
                <a:spcPts val="1413"/>
              </a:spcBef>
              <a:spcAft>
                <a:spcPts val="0"/>
              </a:spcAft>
              <a:buClr>
                <a:srgbClr val="000000"/>
              </a:buClr>
              <a:buSzPts val="1350"/>
              <a:buChar char="–"/>
              <a:defRPr/>
            </a:lvl2pPr>
            <a:lvl3pPr indent="-314325" lvl="2" marL="1371600" algn="l">
              <a:spcBef>
                <a:spcPts val="1413"/>
              </a:spcBef>
              <a:spcAft>
                <a:spcPts val="0"/>
              </a:spcAft>
              <a:buClr>
                <a:srgbClr val="000000"/>
              </a:buClr>
              <a:buSzPts val="1350"/>
              <a:buChar char="●"/>
              <a:defRPr/>
            </a:lvl3pPr>
            <a:lvl4pPr indent="-314325" lvl="3" marL="1828800" algn="l">
              <a:spcBef>
                <a:spcPts val="1413"/>
              </a:spcBef>
              <a:spcAft>
                <a:spcPts val="0"/>
              </a:spcAft>
              <a:buClr>
                <a:srgbClr val="000000"/>
              </a:buClr>
              <a:buSzPts val="1350"/>
              <a:buChar char="–"/>
              <a:defRPr/>
            </a:lvl4pPr>
            <a:lvl5pPr indent="-314325" lvl="4" marL="2286000" algn="l">
              <a:spcBef>
                <a:spcPts val="1413"/>
              </a:spcBef>
              <a:spcAft>
                <a:spcPts val="0"/>
              </a:spcAft>
              <a:buClr>
                <a:srgbClr val="000000"/>
              </a:buClr>
              <a:buSzPts val="1350"/>
              <a:buChar char="●"/>
              <a:defRPr/>
            </a:lvl5pPr>
            <a:lvl6pPr indent="-314325" lvl="5" marL="2743200" algn="l">
              <a:spcBef>
                <a:spcPts val="1413"/>
              </a:spcBef>
              <a:spcAft>
                <a:spcPts val="0"/>
              </a:spcAft>
              <a:buClr>
                <a:srgbClr val="000000"/>
              </a:buClr>
              <a:buSzPts val="1350"/>
              <a:buChar char="●"/>
              <a:defRPr/>
            </a:lvl6pPr>
            <a:lvl7pPr indent="-314325" lvl="6" marL="3200400" algn="l">
              <a:spcBef>
                <a:spcPts val="1413"/>
              </a:spcBef>
              <a:spcAft>
                <a:spcPts val="0"/>
              </a:spcAft>
              <a:buClr>
                <a:srgbClr val="000000"/>
              </a:buClr>
              <a:buSzPts val="1350"/>
              <a:buChar char="●"/>
              <a:defRPr/>
            </a:lvl7pPr>
            <a:lvl8pPr indent="-314325" lvl="7" marL="3657600" algn="l">
              <a:spcBef>
                <a:spcPts val="1413"/>
              </a:spcBef>
              <a:spcAft>
                <a:spcPts val="0"/>
              </a:spcAft>
              <a:buClr>
                <a:srgbClr val="000000"/>
              </a:buClr>
              <a:buSzPts val="1350"/>
              <a:buChar char="●"/>
              <a:defRPr/>
            </a:lvl8pPr>
            <a:lvl9pPr indent="-314325" lvl="8" marL="4114800" algn="l">
              <a:spcBef>
                <a:spcPts val="1413"/>
              </a:spcBef>
              <a:spcAft>
                <a:spcPts val="1413"/>
              </a:spcAft>
              <a:buClr>
                <a:srgbClr val="000000"/>
              </a:buClr>
              <a:buSzPts val="1350"/>
              <a:buChar char="●"/>
              <a:defRPr/>
            </a:lvl9pPr>
          </a:lstStyle>
          <a:p/>
        </p:txBody>
      </p:sp>
      <p:sp>
        <p:nvSpPr>
          <p:cNvPr id="193" name="Google Shape;193;p35"/>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5"/>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5"/>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6" name="Shape 196"/>
        <p:cNvGrpSpPr/>
        <p:nvPr/>
      </p:nvGrpSpPr>
      <p:grpSpPr>
        <a:xfrm>
          <a:off x="0" y="0"/>
          <a:ext cx="0" cy="0"/>
          <a:chOff x="0" y="0"/>
          <a:chExt cx="0" cy="0"/>
        </a:xfrm>
      </p:grpSpPr>
      <p:sp>
        <p:nvSpPr>
          <p:cNvPr id="197" name="Google Shape;197;p36"/>
          <p:cNvSpPr txBox="1"/>
          <p:nvPr>
            <p:ph type="title"/>
          </p:nvPr>
        </p:nvSpPr>
        <p:spPr>
          <a:xfrm rot="5400000">
            <a:off x="6185892" y="798314"/>
            <a:ext cx="3115866" cy="2114550"/>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8" name="Google Shape;198;p36"/>
          <p:cNvSpPr txBox="1"/>
          <p:nvPr>
            <p:ph idx="1" type="body"/>
          </p:nvPr>
        </p:nvSpPr>
        <p:spPr>
          <a:xfrm rot="5400000">
            <a:off x="1880592" y="-1240036"/>
            <a:ext cx="3115866" cy="6191250"/>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14325" lvl="1" marL="914400" algn="l">
              <a:spcBef>
                <a:spcPts val="1413"/>
              </a:spcBef>
              <a:spcAft>
                <a:spcPts val="0"/>
              </a:spcAft>
              <a:buClr>
                <a:srgbClr val="000000"/>
              </a:buClr>
              <a:buSzPts val="1350"/>
              <a:buChar char="–"/>
              <a:defRPr/>
            </a:lvl2pPr>
            <a:lvl3pPr indent="-314325" lvl="2" marL="1371600" algn="l">
              <a:spcBef>
                <a:spcPts val="1413"/>
              </a:spcBef>
              <a:spcAft>
                <a:spcPts val="0"/>
              </a:spcAft>
              <a:buClr>
                <a:srgbClr val="000000"/>
              </a:buClr>
              <a:buSzPts val="1350"/>
              <a:buChar char="●"/>
              <a:defRPr/>
            </a:lvl3pPr>
            <a:lvl4pPr indent="-314325" lvl="3" marL="1828800" algn="l">
              <a:spcBef>
                <a:spcPts val="1413"/>
              </a:spcBef>
              <a:spcAft>
                <a:spcPts val="0"/>
              </a:spcAft>
              <a:buClr>
                <a:srgbClr val="000000"/>
              </a:buClr>
              <a:buSzPts val="1350"/>
              <a:buChar char="–"/>
              <a:defRPr/>
            </a:lvl4pPr>
            <a:lvl5pPr indent="-314325" lvl="4" marL="2286000" algn="l">
              <a:spcBef>
                <a:spcPts val="1413"/>
              </a:spcBef>
              <a:spcAft>
                <a:spcPts val="0"/>
              </a:spcAft>
              <a:buClr>
                <a:srgbClr val="000000"/>
              </a:buClr>
              <a:buSzPts val="1350"/>
              <a:buChar char="●"/>
              <a:defRPr/>
            </a:lvl5pPr>
            <a:lvl6pPr indent="-314325" lvl="5" marL="2743200" algn="l">
              <a:spcBef>
                <a:spcPts val="1413"/>
              </a:spcBef>
              <a:spcAft>
                <a:spcPts val="0"/>
              </a:spcAft>
              <a:buClr>
                <a:srgbClr val="000000"/>
              </a:buClr>
              <a:buSzPts val="1350"/>
              <a:buChar char="●"/>
              <a:defRPr/>
            </a:lvl6pPr>
            <a:lvl7pPr indent="-314325" lvl="6" marL="3200400" algn="l">
              <a:spcBef>
                <a:spcPts val="1413"/>
              </a:spcBef>
              <a:spcAft>
                <a:spcPts val="0"/>
              </a:spcAft>
              <a:buClr>
                <a:srgbClr val="000000"/>
              </a:buClr>
              <a:buSzPts val="1350"/>
              <a:buChar char="●"/>
              <a:defRPr/>
            </a:lvl7pPr>
            <a:lvl8pPr indent="-314325" lvl="7" marL="3657600" algn="l">
              <a:spcBef>
                <a:spcPts val="1413"/>
              </a:spcBef>
              <a:spcAft>
                <a:spcPts val="0"/>
              </a:spcAft>
              <a:buClr>
                <a:srgbClr val="000000"/>
              </a:buClr>
              <a:buSzPts val="1350"/>
              <a:buChar char="●"/>
              <a:defRPr/>
            </a:lvl8pPr>
            <a:lvl9pPr indent="-314325" lvl="8" marL="4114800" algn="l">
              <a:spcBef>
                <a:spcPts val="1413"/>
              </a:spcBef>
              <a:spcAft>
                <a:spcPts val="1413"/>
              </a:spcAft>
              <a:buClr>
                <a:srgbClr val="000000"/>
              </a:buClr>
              <a:buSzPts val="1350"/>
              <a:buChar char="●"/>
              <a:defRPr/>
            </a:lvl9pPr>
          </a:lstStyle>
          <a:p/>
        </p:txBody>
      </p:sp>
      <p:sp>
        <p:nvSpPr>
          <p:cNvPr id="199" name="Google Shape;199;p36"/>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6"/>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6"/>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02" name="Shape 202"/>
        <p:cNvGrpSpPr/>
        <p:nvPr/>
      </p:nvGrpSpPr>
      <p:grpSpPr>
        <a:xfrm>
          <a:off x="0" y="0"/>
          <a:ext cx="0" cy="0"/>
          <a:chOff x="0" y="0"/>
          <a:chExt cx="0" cy="0"/>
        </a:xfrm>
      </p:grpSpPr>
      <p:sp>
        <p:nvSpPr>
          <p:cNvPr id="203" name="Google Shape;203;p37"/>
          <p:cNvSpPr txBox="1"/>
          <p:nvPr>
            <p:ph type="title"/>
          </p:nvPr>
        </p:nvSpPr>
        <p:spPr>
          <a:xfrm>
            <a:off x="536575" y="297656"/>
            <a:ext cx="8070850" cy="419100"/>
          </a:xfrm>
          <a:prstGeom prst="rect">
            <a:avLst/>
          </a:prstGeom>
          <a:noFill/>
          <a:ln>
            <a:noFill/>
          </a:ln>
        </p:spPr>
        <p:txBody>
          <a:bodyPr anchorCtr="1" anchor="t" bIns="0" lIns="0" spcFirstLastPara="1" rIns="0" wrap="square" tIns="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4" name="Google Shape;204;p37"/>
          <p:cNvSpPr txBox="1"/>
          <p:nvPr>
            <p:ph idx="1" type="body"/>
          </p:nvPr>
        </p:nvSpPr>
        <p:spPr>
          <a:xfrm>
            <a:off x="342900" y="1117997"/>
            <a:ext cx="4152900" cy="2295525"/>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14325" lvl="1" marL="914400" algn="l">
              <a:spcBef>
                <a:spcPts val="1413"/>
              </a:spcBef>
              <a:spcAft>
                <a:spcPts val="0"/>
              </a:spcAft>
              <a:buClr>
                <a:srgbClr val="000000"/>
              </a:buClr>
              <a:buSzPts val="1350"/>
              <a:buChar char="–"/>
              <a:defRPr/>
            </a:lvl2pPr>
            <a:lvl3pPr indent="-314325" lvl="2" marL="1371600" algn="l">
              <a:spcBef>
                <a:spcPts val="1413"/>
              </a:spcBef>
              <a:spcAft>
                <a:spcPts val="0"/>
              </a:spcAft>
              <a:buClr>
                <a:srgbClr val="000000"/>
              </a:buClr>
              <a:buSzPts val="1350"/>
              <a:buChar char="●"/>
              <a:defRPr/>
            </a:lvl3pPr>
            <a:lvl4pPr indent="-314325" lvl="3" marL="1828800" algn="l">
              <a:spcBef>
                <a:spcPts val="1413"/>
              </a:spcBef>
              <a:spcAft>
                <a:spcPts val="0"/>
              </a:spcAft>
              <a:buClr>
                <a:srgbClr val="000000"/>
              </a:buClr>
              <a:buSzPts val="1350"/>
              <a:buChar char="–"/>
              <a:defRPr/>
            </a:lvl4pPr>
            <a:lvl5pPr indent="-314325" lvl="4" marL="2286000" algn="l">
              <a:spcBef>
                <a:spcPts val="1413"/>
              </a:spcBef>
              <a:spcAft>
                <a:spcPts val="0"/>
              </a:spcAft>
              <a:buClr>
                <a:srgbClr val="000000"/>
              </a:buClr>
              <a:buSzPts val="1350"/>
              <a:buChar char="●"/>
              <a:defRPr/>
            </a:lvl5pPr>
            <a:lvl6pPr indent="-314325" lvl="5" marL="2743200" algn="l">
              <a:spcBef>
                <a:spcPts val="1413"/>
              </a:spcBef>
              <a:spcAft>
                <a:spcPts val="0"/>
              </a:spcAft>
              <a:buClr>
                <a:srgbClr val="000000"/>
              </a:buClr>
              <a:buSzPts val="1350"/>
              <a:buChar char="●"/>
              <a:defRPr/>
            </a:lvl6pPr>
            <a:lvl7pPr indent="-314325" lvl="6" marL="3200400" algn="l">
              <a:spcBef>
                <a:spcPts val="1413"/>
              </a:spcBef>
              <a:spcAft>
                <a:spcPts val="0"/>
              </a:spcAft>
              <a:buClr>
                <a:srgbClr val="000000"/>
              </a:buClr>
              <a:buSzPts val="1350"/>
              <a:buChar char="●"/>
              <a:defRPr/>
            </a:lvl7pPr>
            <a:lvl8pPr indent="-314325" lvl="7" marL="3657600" algn="l">
              <a:spcBef>
                <a:spcPts val="1413"/>
              </a:spcBef>
              <a:spcAft>
                <a:spcPts val="0"/>
              </a:spcAft>
              <a:buClr>
                <a:srgbClr val="000000"/>
              </a:buClr>
              <a:buSzPts val="1350"/>
              <a:buChar char="●"/>
              <a:defRPr/>
            </a:lvl8pPr>
            <a:lvl9pPr indent="-314325" lvl="8" marL="4114800" algn="l">
              <a:spcBef>
                <a:spcPts val="1413"/>
              </a:spcBef>
              <a:spcAft>
                <a:spcPts val="1413"/>
              </a:spcAft>
              <a:buClr>
                <a:srgbClr val="000000"/>
              </a:buClr>
              <a:buSzPts val="1350"/>
              <a:buChar char="●"/>
              <a:defRPr/>
            </a:lvl9pPr>
          </a:lstStyle>
          <a:p/>
        </p:txBody>
      </p:sp>
      <p:sp>
        <p:nvSpPr>
          <p:cNvPr id="205" name="Google Shape;205;p37"/>
          <p:cNvSpPr txBox="1"/>
          <p:nvPr>
            <p:ph idx="2" type="body"/>
          </p:nvPr>
        </p:nvSpPr>
        <p:spPr>
          <a:xfrm>
            <a:off x="4648200" y="1117997"/>
            <a:ext cx="4152900" cy="2295525"/>
          </a:xfrm>
          <a:prstGeom prst="rect">
            <a:avLst/>
          </a:prstGeom>
          <a:noFill/>
          <a:ln>
            <a:noFill/>
          </a:ln>
        </p:spPr>
        <p:txBody>
          <a:bodyPr anchorCtr="0" anchor="t" bIns="0" lIns="0" spcFirstLastPara="1" rIns="0" wrap="square" tIns="0">
            <a:noAutofit/>
          </a:bodyPr>
          <a:lstStyle>
            <a:lvl1pPr indent="-342900" lvl="0" marL="457200" algn="l">
              <a:spcBef>
                <a:spcPts val="0"/>
              </a:spcBef>
              <a:spcAft>
                <a:spcPts val="0"/>
              </a:spcAft>
              <a:buClr>
                <a:srgbClr val="000000"/>
              </a:buClr>
              <a:buSzPts val="1800"/>
              <a:buChar char="•"/>
              <a:defRPr/>
            </a:lvl1pPr>
            <a:lvl2pPr indent="-314325" lvl="1" marL="914400" algn="l">
              <a:spcBef>
                <a:spcPts val="1413"/>
              </a:spcBef>
              <a:spcAft>
                <a:spcPts val="0"/>
              </a:spcAft>
              <a:buClr>
                <a:srgbClr val="000000"/>
              </a:buClr>
              <a:buSzPts val="1350"/>
              <a:buChar char="–"/>
              <a:defRPr/>
            </a:lvl2pPr>
            <a:lvl3pPr indent="-314325" lvl="2" marL="1371600" algn="l">
              <a:spcBef>
                <a:spcPts val="1413"/>
              </a:spcBef>
              <a:spcAft>
                <a:spcPts val="0"/>
              </a:spcAft>
              <a:buClr>
                <a:srgbClr val="000000"/>
              </a:buClr>
              <a:buSzPts val="1350"/>
              <a:buChar char="●"/>
              <a:defRPr/>
            </a:lvl3pPr>
            <a:lvl4pPr indent="-314325" lvl="3" marL="1828800" algn="l">
              <a:spcBef>
                <a:spcPts val="1413"/>
              </a:spcBef>
              <a:spcAft>
                <a:spcPts val="0"/>
              </a:spcAft>
              <a:buClr>
                <a:srgbClr val="000000"/>
              </a:buClr>
              <a:buSzPts val="1350"/>
              <a:buChar char="–"/>
              <a:defRPr/>
            </a:lvl4pPr>
            <a:lvl5pPr indent="-314325" lvl="4" marL="2286000" algn="l">
              <a:spcBef>
                <a:spcPts val="1413"/>
              </a:spcBef>
              <a:spcAft>
                <a:spcPts val="0"/>
              </a:spcAft>
              <a:buClr>
                <a:srgbClr val="000000"/>
              </a:buClr>
              <a:buSzPts val="1350"/>
              <a:buChar char="●"/>
              <a:defRPr/>
            </a:lvl5pPr>
            <a:lvl6pPr indent="-314325" lvl="5" marL="2743200" algn="l">
              <a:spcBef>
                <a:spcPts val="1413"/>
              </a:spcBef>
              <a:spcAft>
                <a:spcPts val="0"/>
              </a:spcAft>
              <a:buClr>
                <a:srgbClr val="000000"/>
              </a:buClr>
              <a:buSzPts val="1350"/>
              <a:buChar char="●"/>
              <a:defRPr/>
            </a:lvl6pPr>
            <a:lvl7pPr indent="-314325" lvl="6" marL="3200400" algn="l">
              <a:spcBef>
                <a:spcPts val="1413"/>
              </a:spcBef>
              <a:spcAft>
                <a:spcPts val="0"/>
              </a:spcAft>
              <a:buClr>
                <a:srgbClr val="000000"/>
              </a:buClr>
              <a:buSzPts val="1350"/>
              <a:buChar char="●"/>
              <a:defRPr/>
            </a:lvl7pPr>
            <a:lvl8pPr indent="-314325" lvl="7" marL="3657600" algn="l">
              <a:spcBef>
                <a:spcPts val="1413"/>
              </a:spcBef>
              <a:spcAft>
                <a:spcPts val="0"/>
              </a:spcAft>
              <a:buClr>
                <a:srgbClr val="000000"/>
              </a:buClr>
              <a:buSzPts val="1350"/>
              <a:buChar char="●"/>
              <a:defRPr/>
            </a:lvl8pPr>
            <a:lvl9pPr indent="-314325" lvl="8" marL="4114800" algn="l">
              <a:spcBef>
                <a:spcPts val="1413"/>
              </a:spcBef>
              <a:spcAft>
                <a:spcPts val="1413"/>
              </a:spcAft>
              <a:buClr>
                <a:srgbClr val="000000"/>
              </a:buClr>
              <a:buSzPts val="1350"/>
              <a:buChar char="●"/>
              <a:defRPr/>
            </a:lvl9pPr>
          </a:lstStyle>
          <a:p/>
        </p:txBody>
      </p:sp>
      <p:sp>
        <p:nvSpPr>
          <p:cNvPr id="206" name="Google Shape;206;p37"/>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37"/>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37"/>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image" Target="../media/image1.jpg"/><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1.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5143500"/>
          </a:xfrm>
          <a:custGeom>
            <a:rect b="b" l="l" r="r" t="t"/>
            <a:pathLst>
              <a:path extrusionOk="0" h="21600" w="21600">
                <a:moveTo>
                  <a:pt x="0" y="0"/>
                </a:moveTo>
                <a:lnTo>
                  <a:pt x="21600" y="0"/>
                </a:lnTo>
                <a:lnTo>
                  <a:pt x="21600" y="21600"/>
                </a:lnTo>
                <a:lnTo>
                  <a:pt x="0" y="21600"/>
                </a:lnTo>
                <a:lnTo>
                  <a:pt x="0" y="0"/>
                </a:lnTo>
                <a:close/>
              </a:path>
            </a:pathLst>
          </a:cu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13"/>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2400">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B8B8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1pPr>
            <a:lvl2pPr indent="0" lvl="1"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2pPr>
            <a:lvl3pPr indent="0" lvl="2"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3pPr>
            <a:lvl4pPr indent="0" lvl="3"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4pPr>
            <a:lvl5pPr indent="0" lvl="4"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5pPr>
            <a:lvl6pPr indent="0" lvl="5"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6pPr>
            <a:lvl7pPr indent="0" lvl="6"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7pPr>
            <a:lvl8pPr indent="0" lvl="7"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8pPr>
            <a:lvl9pPr indent="0" lvl="8" marL="0" marR="0" rtl="0" algn="r">
              <a:spcBef>
                <a:spcPts val="0"/>
              </a:spcBef>
              <a:spcAft>
                <a:spcPts val="0"/>
              </a:spcAft>
              <a:buNone/>
              <a:defRPr b="0" sz="10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
        <p:nvSpPr>
          <p:cNvPr id="55" name="Google Shape;55;p13"/>
          <p:cNvSpPr txBox="1"/>
          <p:nvPr>
            <p:ph type="title"/>
          </p:nvPr>
        </p:nvSpPr>
        <p:spPr>
          <a:xfrm>
            <a:off x="457200" y="204788"/>
            <a:ext cx="8229600" cy="858441"/>
          </a:xfrm>
          <a:prstGeom prst="rect">
            <a:avLst/>
          </a:prstGeom>
          <a:noFill/>
          <a:ln>
            <a:noFill/>
          </a:ln>
        </p:spPr>
        <p:txBody>
          <a:bodyPr anchorCtr="1" anchor="ctr" bIns="0" lIns="0" spcFirstLastPara="1" rIns="0" wrap="square" tIns="0">
            <a:noAutofit/>
          </a:bodyPr>
          <a:lstStyle>
            <a:lvl1pPr lvl="0"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9pPr>
          </a:lstStyle>
          <a:p/>
        </p:txBody>
      </p:sp>
      <p:sp>
        <p:nvSpPr>
          <p:cNvPr id="56" name="Google Shape;56;p13"/>
          <p:cNvSpPr txBox="1"/>
          <p:nvPr>
            <p:ph idx="1" type="body"/>
          </p:nvPr>
        </p:nvSpPr>
        <p:spPr>
          <a:xfrm>
            <a:off x="457200" y="1203722"/>
            <a:ext cx="8229600" cy="3394471"/>
          </a:xfrm>
          <a:prstGeom prst="rect">
            <a:avLst/>
          </a:prstGeom>
          <a:noFill/>
          <a:ln>
            <a:noFill/>
          </a:ln>
        </p:spPr>
        <p:txBody>
          <a:bodyPr anchorCtr="0" anchor="t" bIns="0" lIns="0" spcFirstLastPara="1" rIns="0" wrap="square" tIns="0">
            <a:noAutofit/>
          </a:bodyPr>
          <a:lstStyle>
            <a:lvl1pPr indent="-431800" lvl="0" marL="457200" marR="0" rtl="0" algn="l">
              <a:spcBef>
                <a:spcPts val="0"/>
              </a:spcBef>
              <a:spcAft>
                <a:spcPts val="0"/>
              </a:spcAft>
              <a:buClr>
                <a:srgbClr val="000000"/>
              </a:buClr>
              <a:buSzPts val="3200"/>
              <a:buFont typeface="Calibri"/>
              <a:buChar char="•"/>
              <a:defRPr b="0" i="0" sz="3200" u="none" cap="none" strike="noStrike">
                <a:solidFill>
                  <a:srgbClr val="000000"/>
                </a:solidFill>
                <a:latin typeface="Calibri"/>
                <a:ea typeface="Calibri"/>
                <a:cs typeface="Calibri"/>
                <a:sym typeface="Calibri"/>
              </a:defRPr>
            </a:lvl1pPr>
            <a:lvl2pPr indent="-381000" lvl="1" marL="914400" marR="0" rtl="0" algn="l">
              <a:lnSpc>
                <a:spcPct val="90000"/>
              </a:lnSpc>
              <a:spcBef>
                <a:spcPts val="1413"/>
              </a:spcBef>
              <a:spcAft>
                <a:spcPts val="0"/>
              </a:spcAft>
              <a:buClr>
                <a:srgbClr val="000000"/>
              </a:buClr>
              <a:buSzPts val="2400"/>
              <a:buFont typeface="Calibri"/>
              <a:buChar char="•"/>
              <a:defRPr b="0" i="0" sz="2400" u="none" cap="none" strike="noStrike">
                <a:solidFill>
                  <a:srgbClr val="000000"/>
                </a:solidFill>
                <a:latin typeface="Calibri"/>
                <a:ea typeface="Calibri"/>
                <a:cs typeface="Calibri"/>
                <a:sym typeface="Calibri"/>
              </a:defRPr>
            </a:lvl2pPr>
            <a:lvl3pPr indent="-355600" lvl="2" marL="1371600" marR="0" rtl="0" algn="l">
              <a:lnSpc>
                <a:spcPct val="90000"/>
              </a:lnSpc>
              <a:spcBef>
                <a:spcPts val="5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3pPr>
            <a:lvl4pPr indent="-355600" lvl="3" marL="1828800" marR="0" rtl="0" algn="l">
              <a:lnSpc>
                <a:spcPct val="90000"/>
              </a:lnSpc>
              <a:spcBef>
                <a:spcPts val="5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4pPr>
            <a:lvl5pPr indent="-355600" lvl="4" marL="2286000" marR="0" rtl="0" algn="l">
              <a:lnSpc>
                <a:spcPct val="90000"/>
              </a:lnSpc>
              <a:spcBef>
                <a:spcPts val="5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5pPr>
            <a:lvl6pPr indent="-355600" lvl="5" marL="2743200" marR="0" rtl="0" algn="l">
              <a:lnSpc>
                <a:spcPct val="90000"/>
              </a:lnSpc>
              <a:spcBef>
                <a:spcPts val="5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6pPr>
            <a:lvl7pPr indent="-355600" lvl="6" marL="3200400" marR="0" rtl="0" algn="l">
              <a:lnSpc>
                <a:spcPct val="90000"/>
              </a:lnSpc>
              <a:spcBef>
                <a:spcPts val="5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7pPr>
            <a:lvl8pPr indent="-355600" lvl="7" marL="3657600" marR="0" rtl="0" algn="l">
              <a:lnSpc>
                <a:spcPct val="90000"/>
              </a:lnSpc>
              <a:spcBef>
                <a:spcPts val="5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8pPr>
            <a:lvl9pPr indent="-355600" lvl="8" marL="4114800" marR="0" rtl="0" algn="l">
              <a:lnSpc>
                <a:spcPct val="90000"/>
              </a:lnSpc>
              <a:spcBef>
                <a:spcPts val="500"/>
              </a:spcBef>
              <a:spcAft>
                <a:spcPts val="0"/>
              </a:spcAft>
              <a:buClr>
                <a:srgbClr val="000000"/>
              </a:buClr>
              <a:buSzPts val="2000"/>
              <a:buFont typeface="Calibri"/>
              <a:buChar char="•"/>
              <a:defRPr b="0" i="0" sz="20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25"/>
          <p:cNvSpPr/>
          <p:nvPr/>
        </p:nvSpPr>
        <p:spPr>
          <a:xfrm>
            <a:off x="0" y="0"/>
            <a:ext cx="9144000" cy="5143500"/>
          </a:xfrm>
          <a:custGeom>
            <a:rect b="b" l="l" r="r" t="t"/>
            <a:pathLst>
              <a:path extrusionOk="0" h="21600" w="21600">
                <a:moveTo>
                  <a:pt x="0" y="0"/>
                </a:moveTo>
                <a:lnTo>
                  <a:pt x="21600" y="0"/>
                </a:lnTo>
                <a:lnTo>
                  <a:pt x="21600" y="21600"/>
                </a:lnTo>
                <a:lnTo>
                  <a:pt x="0" y="21600"/>
                </a:lnTo>
                <a:lnTo>
                  <a:pt x="0" y="0"/>
                </a:lnTo>
                <a:close/>
              </a:path>
            </a:pathLst>
          </a:cu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25"/>
          <p:cNvSpPr txBox="1"/>
          <p:nvPr>
            <p:ph type="title"/>
          </p:nvPr>
        </p:nvSpPr>
        <p:spPr>
          <a:xfrm>
            <a:off x="536575" y="297656"/>
            <a:ext cx="8070850" cy="419100"/>
          </a:xfrm>
          <a:prstGeom prst="rect">
            <a:avLst/>
          </a:prstGeom>
          <a:noFill/>
          <a:ln>
            <a:noFill/>
          </a:ln>
        </p:spPr>
        <p:txBody>
          <a:bodyPr anchorCtr="1" anchor="t" bIns="0" lIns="0" spcFirstLastPara="1" rIns="0" wrap="square" tIns="0">
            <a:noAutofit/>
          </a:bodyPr>
          <a:lstStyle>
            <a:lvl1pPr lvl="0"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1pPr>
            <a:lvl2pPr lvl="1"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2pPr>
            <a:lvl3pPr lvl="2"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3pPr>
            <a:lvl4pPr lvl="3"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4pPr>
            <a:lvl5pPr lvl="4"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5pPr>
            <a:lvl6pPr lvl="5"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6pPr>
            <a:lvl7pPr lvl="6"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7pPr>
            <a:lvl8pPr lvl="7"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8pPr>
            <a:lvl9pPr lvl="8" marR="0" rtl="0" algn="ctr">
              <a:spcBef>
                <a:spcPts val="0"/>
              </a:spcBef>
              <a:spcAft>
                <a:spcPts val="0"/>
              </a:spcAft>
              <a:buSzPts val="1400"/>
              <a:buNone/>
              <a:defRPr b="1" i="0" sz="4000" u="none" cap="none" strike="noStrike">
                <a:solidFill>
                  <a:srgbClr val="FFFFFF"/>
                </a:solidFill>
                <a:latin typeface="Tahoma"/>
                <a:ea typeface="Tahoma"/>
                <a:cs typeface="Tahoma"/>
                <a:sym typeface="Tahoma"/>
              </a:defRPr>
            </a:lvl9pPr>
          </a:lstStyle>
          <a:p/>
        </p:txBody>
      </p:sp>
      <p:sp>
        <p:nvSpPr>
          <p:cNvPr id="129" name="Google Shape;129;p25"/>
          <p:cNvSpPr txBox="1"/>
          <p:nvPr>
            <p:ph idx="1" type="body"/>
          </p:nvPr>
        </p:nvSpPr>
        <p:spPr>
          <a:xfrm>
            <a:off x="342900" y="1117997"/>
            <a:ext cx="8458200" cy="2295525"/>
          </a:xfrm>
          <a:prstGeom prst="rect">
            <a:avLst/>
          </a:prstGeom>
          <a:noFill/>
          <a:ln>
            <a:noFill/>
          </a:ln>
        </p:spPr>
        <p:txBody>
          <a:bodyPr anchorCtr="0" anchor="t" bIns="0" lIns="0" spcFirstLastPara="1" rIns="0" wrap="square" tIns="0">
            <a:noAutofit/>
          </a:bodyPr>
          <a:lstStyle>
            <a:lvl1pPr indent="-381000" lvl="0" marL="457200" marR="0" rtl="0" algn="l">
              <a:spcBef>
                <a:spcPts val="0"/>
              </a:spcBef>
              <a:spcAft>
                <a:spcPts val="0"/>
              </a:spcAft>
              <a:buClr>
                <a:srgbClr val="000000"/>
              </a:buClr>
              <a:buSzPts val="2400"/>
              <a:buFont typeface="Times New Roman"/>
              <a:buChar char="•"/>
              <a:defRPr b="0" i="0" sz="2400" u="none" cap="none" strike="noStrike">
                <a:solidFill>
                  <a:srgbClr val="000000"/>
                </a:solidFill>
                <a:latin typeface="Times New Roman"/>
                <a:ea typeface="Times New Roman"/>
                <a:cs typeface="Times New Roman"/>
                <a:sym typeface="Times New Roman"/>
              </a:defRPr>
            </a:lvl1pPr>
            <a:lvl2pPr indent="-342900" lvl="1" marL="914400" marR="0" rtl="0" algn="l">
              <a:spcBef>
                <a:spcPts val="1413"/>
              </a:spcBef>
              <a:spcAft>
                <a:spcPts val="0"/>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2pPr>
            <a:lvl3pPr indent="-342900" lvl="2" marL="1371600" marR="0" rtl="0" algn="l">
              <a:spcBef>
                <a:spcPts val="1413"/>
              </a:spcBef>
              <a:spcAft>
                <a:spcPts val="0"/>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3pPr>
            <a:lvl4pPr indent="-342900" lvl="3" marL="1828800" marR="0" rtl="0" algn="l">
              <a:spcBef>
                <a:spcPts val="1413"/>
              </a:spcBef>
              <a:spcAft>
                <a:spcPts val="0"/>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4pPr>
            <a:lvl5pPr indent="-342900" lvl="4" marL="2286000" marR="0" rtl="0" algn="l">
              <a:spcBef>
                <a:spcPts val="1413"/>
              </a:spcBef>
              <a:spcAft>
                <a:spcPts val="0"/>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5pPr>
            <a:lvl6pPr indent="-342900" lvl="5" marL="2743200" marR="0" rtl="0" algn="l">
              <a:spcBef>
                <a:spcPts val="1413"/>
              </a:spcBef>
              <a:spcAft>
                <a:spcPts val="0"/>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6pPr>
            <a:lvl7pPr indent="-342900" lvl="6" marL="3200400" marR="0" rtl="0" algn="l">
              <a:spcBef>
                <a:spcPts val="1413"/>
              </a:spcBef>
              <a:spcAft>
                <a:spcPts val="0"/>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7pPr>
            <a:lvl8pPr indent="-342900" lvl="7" marL="3657600" marR="0" rtl="0" algn="l">
              <a:spcBef>
                <a:spcPts val="1413"/>
              </a:spcBef>
              <a:spcAft>
                <a:spcPts val="0"/>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8pPr>
            <a:lvl9pPr indent="-342900" lvl="8" marL="4114800" marR="0" rtl="0" algn="l">
              <a:spcBef>
                <a:spcPts val="1413"/>
              </a:spcBef>
              <a:spcAft>
                <a:spcPts val="1413"/>
              </a:spcAft>
              <a:buClr>
                <a:srgbClr val="000000"/>
              </a:buClr>
              <a:buSzPts val="1800"/>
              <a:buFont typeface="Noto Sans Symbols"/>
              <a:buChar char="●"/>
              <a:defRPr b="0" i="0" sz="2400" u="none" cap="none" strike="noStrike">
                <a:solidFill>
                  <a:srgbClr val="000000"/>
                </a:solidFill>
                <a:latin typeface="Times New Roman"/>
                <a:ea typeface="Times New Roman"/>
                <a:cs typeface="Times New Roman"/>
                <a:sym typeface="Times New Roman"/>
              </a:defRPr>
            </a:lvl9pPr>
          </a:lstStyle>
          <a:p/>
        </p:txBody>
      </p:sp>
      <p:sp>
        <p:nvSpPr>
          <p:cNvPr id="130" name="Google Shape;130;p25"/>
          <p:cNvSpPr txBox="1"/>
          <p:nvPr>
            <p:ph idx="11" type="ftr"/>
          </p:nvPr>
        </p:nvSpPr>
        <p:spPr>
          <a:xfrm>
            <a:off x="3108325" y="4783931"/>
            <a:ext cx="2925763" cy="25717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2400">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25"/>
          <p:cNvSpPr txBox="1"/>
          <p:nvPr>
            <p:ph idx="10" type="dt"/>
          </p:nvPr>
        </p:nvSpPr>
        <p:spPr>
          <a:xfrm>
            <a:off x="457200" y="4783931"/>
            <a:ext cx="2103438" cy="257175"/>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sz="1800">
                <a:solidFill>
                  <a:srgbClr val="8B8B8B"/>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5"/>
          <p:cNvSpPr txBox="1"/>
          <p:nvPr>
            <p:ph idx="12" type="sldNum"/>
          </p:nvPr>
        </p:nvSpPr>
        <p:spPr>
          <a:xfrm>
            <a:off x="100013" y="4955381"/>
            <a:ext cx="179387" cy="1143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sz="1000">
                <a:solidFill>
                  <a:srgbClr val="FFFFFF"/>
                </a:solidFill>
                <a:latin typeface="Times New Roman"/>
                <a:ea typeface="Times New Roman"/>
                <a:cs typeface="Times New Roman"/>
                <a:sym typeface="Times New Roman"/>
              </a:defRPr>
            </a:lvl1pPr>
            <a:lvl2pPr indent="0" lvl="1" marL="0" marR="0" rtl="0" algn="r">
              <a:spcBef>
                <a:spcPts val="0"/>
              </a:spcBef>
              <a:spcAft>
                <a:spcPts val="0"/>
              </a:spcAft>
              <a:buNone/>
              <a:defRPr sz="1000">
                <a:solidFill>
                  <a:srgbClr val="FFFFFF"/>
                </a:solidFill>
                <a:latin typeface="Times New Roman"/>
                <a:ea typeface="Times New Roman"/>
                <a:cs typeface="Times New Roman"/>
                <a:sym typeface="Times New Roman"/>
              </a:defRPr>
            </a:lvl2pPr>
            <a:lvl3pPr indent="0" lvl="2" marL="0" marR="0" rtl="0" algn="r">
              <a:spcBef>
                <a:spcPts val="0"/>
              </a:spcBef>
              <a:spcAft>
                <a:spcPts val="0"/>
              </a:spcAft>
              <a:buNone/>
              <a:defRPr sz="1000">
                <a:solidFill>
                  <a:srgbClr val="FFFFFF"/>
                </a:solidFill>
                <a:latin typeface="Times New Roman"/>
                <a:ea typeface="Times New Roman"/>
                <a:cs typeface="Times New Roman"/>
                <a:sym typeface="Times New Roman"/>
              </a:defRPr>
            </a:lvl3pPr>
            <a:lvl4pPr indent="0" lvl="3" marL="0" marR="0" rtl="0" algn="r">
              <a:spcBef>
                <a:spcPts val="0"/>
              </a:spcBef>
              <a:spcAft>
                <a:spcPts val="0"/>
              </a:spcAft>
              <a:buNone/>
              <a:defRPr sz="1000">
                <a:solidFill>
                  <a:srgbClr val="FFFFFF"/>
                </a:solidFill>
                <a:latin typeface="Times New Roman"/>
                <a:ea typeface="Times New Roman"/>
                <a:cs typeface="Times New Roman"/>
                <a:sym typeface="Times New Roman"/>
              </a:defRPr>
            </a:lvl4pPr>
            <a:lvl5pPr indent="0" lvl="4" marL="0" marR="0" rtl="0" algn="r">
              <a:spcBef>
                <a:spcPts val="0"/>
              </a:spcBef>
              <a:spcAft>
                <a:spcPts val="0"/>
              </a:spcAft>
              <a:buNone/>
              <a:defRPr sz="1000">
                <a:solidFill>
                  <a:srgbClr val="FFFFFF"/>
                </a:solidFill>
                <a:latin typeface="Times New Roman"/>
                <a:ea typeface="Times New Roman"/>
                <a:cs typeface="Times New Roman"/>
                <a:sym typeface="Times New Roman"/>
              </a:defRPr>
            </a:lvl5pPr>
            <a:lvl6pPr indent="0" lvl="5" marL="0" marR="0" rtl="0" algn="r">
              <a:spcBef>
                <a:spcPts val="0"/>
              </a:spcBef>
              <a:spcAft>
                <a:spcPts val="0"/>
              </a:spcAft>
              <a:buNone/>
              <a:defRPr sz="1000">
                <a:solidFill>
                  <a:srgbClr val="FFFFFF"/>
                </a:solidFill>
                <a:latin typeface="Times New Roman"/>
                <a:ea typeface="Times New Roman"/>
                <a:cs typeface="Times New Roman"/>
                <a:sym typeface="Times New Roman"/>
              </a:defRPr>
            </a:lvl6pPr>
            <a:lvl7pPr indent="0" lvl="6" marL="0" marR="0" rtl="0" algn="r">
              <a:spcBef>
                <a:spcPts val="0"/>
              </a:spcBef>
              <a:spcAft>
                <a:spcPts val="0"/>
              </a:spcAft>
              <a:buNone/>
              <a:defRPr sz="1000">
                <a:solidFill>
                  <a:srgbClr val="FFFFFF"/>
                </a:solidFill>
                <a:latin typeface="Times New Roman"/>
                <a:ea typeface="Times New Roman"/>
                <a:cs typeface="Times New Roman"/>
                <a:sym typeface="Times New Roman"/>
              </a:defRPr>
            </a:lvl7pPr>
            <a:lvl8pPr indent="0" lvl="7" marL="0" marR="0" rtl="0" algn="r">
              <a:spcBef>
                <a:spcPts val="0"/>
              </a:spcBef>
              <a:spcAft>
                <a:spcPts val="0"/>
              </a:spcAft>
              <a:buNone/>
              <a:defRPr sz="1000">
                <a:solidFill>
                  <a:srgbClr val="FFFFFF"/>
                </a:solidFill>
                <a:latin typeface="Times New Roman"/>
                <a:ea typeface="Times New Roman"/>
                <a:cs typeface="Times New Roman"/>
                <a:sym typeface="Times New Roman"/>
              </a:defRPr>
            </a:lvl8pPr>
            <a:lvl9pPr indent="0" lvl="8" marL="0" marR="0" rtl="0" algn="r">
              <a:spcBef>
                <a:spcPts val="0"/>
              </a:spcBef>
              <a:spcAft>
                <a:spcPts val="0"/>
              </a:spcAft>
              <a:buNone/>
              <a:defRPr sz="1000">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hyperlink" Target="http://claude.ai"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hyperlink" Target="http://claude.ai"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hyperlink" Target="http://chatgpt.com" TargetMode="External"/><Relationship Id="rId5" Type="http://schemas.openxmlformats.org/officeDocument/2006/relationships/hyperlink" Target="http://gemini.google.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hyperlink" Target="http://chatgpt.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hyperlink" Target="http://gemini.google.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ph idx="4294967295" type="subTitle"/>
          </p:nvPr>
        </p:nvSpPr>
        <p:spPr>
          <a:xfrm>
            <a:off x="1862176" y="1775606"/>
            <a:ext cx="5545200" cy="1998000"/>
          </a:xfrm>
          <a:prstGeom prst="rect">
            <a:avLst/>
          </a:prstGeom>
          <a:noFill/>
          <a:ln>
            <a:noFill/>
          </a:ln>
        </p:spPr>
        <p:txBody>
          <a:bodyPr anchorCtr="1" anchor="t" bIns="0" lIns="0" spcFirstLastPara="1" rIns="0" wrap="square" tIns="0">
            <a:noAutofit/>
          </a:bodyPr>
          <a:lstStyle/>
          <a:p>
            <a:pPr indent="0" lvl="0" marL="0" marR="0" rtl="0" algn="just">
              <a:spcBef>
                <a:spcPts val="0"/>
              </a:spcBef>
              <a:spcAft>
                <a:spcPts val="0"/>
              </a:spcAft>
              <a:buClr>
                <a:srgbClr val="000000"/>
              </a:buClr>
              <a:buSzPts val="2000"/>
              <a:buFont typeface="Tahoma"/>
              <a:buNone/>
            </a:pPr>
            <a:r>
              <a:rPr b="1" lang="en-CA" sz="1400" u="sng">
                <a:solidFill>
                  <a:srgbClr val="7B1432"/>
                </a:solidFill>
                <a:latin typeface="Tahoma"/>
                <a:ea typeface="Tahoma"/>
                <a:cs typeface="Tahoma"/>
                <a:sym typeface="Tahoma"/>
              </a:rPr>
              <a:t>Course:</a:t>
            </a:r>
            <a:r>
              <a:rPr b="1" lang="en-CA" sz="1400">
                <a:solidFill>
                  <a:srgbClr val="7B1432"/>
                </a:solidFill>
                <a:latin typeface="Tahoma"/>
                <a:ea typeface="Tahoma"/>
                <a:cs typeface="Tahoma"/>
                <a:sym typeface="Tahoma"/>
              </a:rPr>
              <a:t>  </a:t>
            </a:r>
            <a:r>
              <a:rPr lang="en-CA" sz="1400">
                <a:solidFill>
                  <a:schemeClr val="dk1"/>
                </a:solidFill>
                <a:latin typeface="Tahoma"/>
                <a:ea typeface="Tahoma"/>
                <a:cs typeface="Tahoma"/>
                <a:sym typeface="Tahoma"/>
              </a:rPr>
              <a:t>SOEN 6611 — Software Measurement, Section D</a:t>
            </a:r>
            <a:endParaRPr b="1" sz="1400" u="sng">
              <a:solidFill>
                <a:schemeClr val="dk1"/>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t/>
            </a:r>
            <a:endParaRPr b="1" sz="1400" u="sng">
              <a:solidFill>
                <a:schemeClr val="dk1"/>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rPr b="1" lang="en-CA" sz="1400" u="sng">
                <a:solidFill>
                  <a:srgbClr val="7B1432"/>
                </a:solidFill>
                <a:latin typeface="Tahoma"/>
                <a:ea typeface="Tahoma"/>
                <a:cs typeface="Tahoma"/>
                <a:sym typeface="Tahoma"/>
              </a:rPr>
              <a:t>Team Members: </a:t>
            </a:r>
            <a:endParaRPr b="1" sz="1400" u="sng">
              <a:solidFill>
                <a:srgbClr val="7B1432"/>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t/>
            </a:r>
            <a:endParaRPr sz="1400">
              <a:solidFill>
                <a:srgbClr val="7B1432"/>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rPr lang="en-CA" sz="1400">
                <a:solidFill>
                  <a:schemeClr val="dk1"/>
                </a:solidFill>
                <a:latin typeface="Tahoma"/>
                <a:ea typeface="Tahoma"/>
                <a:cs typeface="Tahoma"/>
                <a:sym typeface="Tahoma"/>
              </a:rPr>
              <a:t>Adriana Lilia Guevara Contreras (40127338)</a:t>
            </a:r>
            <a:endParaRPr sz="1400">
              <a:solidFill>
                <a:schemeClr val="dk1"/>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t/>
            </a:r>
            <a:endParaRPr sz="1400">
              <a:solidFill>
                <a:schemeClr val="dk1"/>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rPr lang="en-CA" sz="1400">
                <a:solidFill>
                  <a:schemeClr val="dk1"/>
                </a:solidFill>
                <a:latin typeface="Tahoma"/>
                <a:ea typeface="Tahoma"/>
                <a:cs typeface="Tahoma"/>
                <a:sym typeface="Tahoma"/>
              </a:rPr>
              <a:t>Siming Yi (40333494)</a:t>
            </a:r>
            <a:endParaRPr sz="1400">
              <a:solidFill>
                <a:schemeClr val="dk1"/>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t/>
            </a:r>
            <a:endParaRPr sz="1400">
              <a:solidFill>
                <a:srgbClr val="7B1432"/>
              </a:solidFill>
              <a:latin typeface="Tahoma"/>
              <a:ea typeface="Tahoma"/>
              <a:cs typeface="Tahoma"/>
              <a:sym typeface="Tahoma"/>
            </a:endParaRPr>
          </a:p>
          <a:p>
            <a:pPr indent="0" lvl="0" marL="0" marR="0" rtl="0" algn="just">
              <a:spcBef>
                <a:spcPts val="0"/>
              </a:spcBef>
              <a:spcAft>
                <a:spcPts val="0"/>
              </a:spcAft>
              <a:buClr>
                <a:srgbClr val="000000"/>
              </a:buClr>
              <a:buSzPts val="2000"/>
              <a:buFont typeface="Tahoma"/>
              <a:buNone/>
            </a:pPr>
            <a:r>
              <a:rPr b="1" i="0" lang="en-CA" sz="1400" u="sng" cap="none" strike="noStrike">
                <a:solidFill>
                  <a:srgbClr val="7B1432"/>
                </a:solidFill>
                <a:latin typeface="Tahoma"/>
                <a:ea typeface="Tahoma"/>
                <a:cs typeface="Tahoma"/>
                <a:sym typeface="Tahoma"/>
              </a:rPr>
              <a:t>Unit Members:</a:t>
            </a:r>
            <a:r>
              <a:rPr i="0" lang="en-CA" sz="1400" cap="none" strike="noStrike">
                <a:solidFill>
                  <a:srgbClr val="7B1432"/>
                </a:solidFill>
                <a:latin typeface="Tahoma"/>
                <a:ea typeface="Tahoma"/>
                <a:cs typeface="Tahoma"/>
                <a:sym typeface="Tahoma"/>
              </a:rPr>
              <a:t> </a:t>
            </a:r>
            <a:r>
              <a:rPr i="0" lang="en-CA" sz="1400" cap="none" strike="noStrike">
                <a:solidFill>
                  <a:schemeClr val="dk1"/>
                </a:solidFill>
                <a:latin typeface="Tahoma"/>
                <a:ea typeface="Tahoma"/>
                <a:cs typeface="Tahoma"/>
                <a:sym typeface="Tahoma"/>
              </a:rPr>
              <a:t>(</a:t>
            </a:r>
            <a:r>
              <a:rPr lang="en-CA" sz="1400">
                <a:solidFill>
                  <a:schemeClr val="dk1"/>
                </a:solidFill>
                <a:latin typeface="Tahoma"/>
                <a:ea typeface="Tahoma"/>
                <a:cs typeface="Tahoma"/>
                <a:sym typeface="Tahoma"/>
              </a:rPr>
              <a:t>2</a:t>
            </a:r>
            <a:r>
              <a:rPr i="0" lang="en-CA" sz="1400" cap="none" strike="noStrike">
                <a:solidFill>
                  <a:schemeClr val="dk1"/>
                </a:solidFill>
                <a:latin typeface="Tahoma"/>
                <a:ea typeface="Tahoma"/>
                <a:cs typeface="Tahoma"/>
                <a:sym typeface="Tahoma"/>
              </a:rPr>
              <a:t>)</a:t>
            </a:r>
            <a:endParaRPr sz="1400">
              <a:solidFill>
                <a:schemeClr val="dk1"/>
              </a:solidFill>
            </a:endParaRPr>
          </a:p>
          <a:p>
            <a:pPr indent="0" lvl="0" marL="0" marR="0" rtl="0" algn="ctr">
              <a:spcBef>
                <a:spcPts val="1413"/>
              </a:spcBef>
              <a:spcAft>
                <a:spcPts val="0"/>
              </a:spcAft>
              <a:buClr>
                <a:srgbClr val="000000"/>
              </a:buClr>
              <a:buSzPts val="2400"/>
              <a:buFont typeface="Calibri"/>
              <a:buNone/>
            </a:pPr>
            <a:r>
              <a:t/>
            </a:r>
            <a:endParaRPr b="0" i="0" sz="1400" u="none" cap="none" strike="noStrike">
              <a:solidFill>
                <a:srgbClr val="7B1432"/>
              </a:solidFill>
              <a:latin typeface="Tahoma"/>
              <a:ea typeface="Tahoma"/>
              <a:cs typeface="Tahoma"/>
              <a:sym typeface="Tahoma"/>
            </a:endParaRPr>
          </a:p>
        </p:txBody>
      </p:sp>
      <p:sp>
        <p:nvSpPr>
          <p:cNvPr id="214" name="Google Shape;214;p38"/>
          <p:cNvSpPr/>
          <p:nvPr/>
        </p:nvSpPr>
        <p:spPr>
          <a:xfrm>
            <a:off x="3486150" y="4231481"/>
            <a:ext cx="2297113" cy="230981"/>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0" lIns="0" spcFirstLastPara="1" rIns="0" wrap="square" tIns="0">
            <a:noAutofit/>
          </a:bodyPr>
          <a:lstStyle/>
          <a:p>
            <a:pPr indent="0" lvl="0" marL="11113" marR="0" rtl="0" algn="ctr">
              <a:spcBef>
                <a:spcPts val="0"/>
              </a:spcBef>
              <a:spcAft>
                <a:spcPts val="0"/>
              </a:spcAft>
              <a:buClr>
                <a:schemeClr val="dk1"/>
              </a:buClr>
              <a:buSzPts val="2000"/>
              <a:buFont typeface="Arial"/>
              <a:buNone/>
            </a:pPr>
            <a:r>
              <a:rPr lang="en-CA" sz="2000">
                <a:solidFill>
                  <a:srgbClr val="7B1432"/>
                </a:solidFill>
                <a:latin typeface="Tahoma"/>
                <a:ea typeface="Tahoma"/>
                <a:cs typeface="Tahoma"/>
                <a:sym typeface="Tahoma"/>
              </a:rPr>
              <a:t>May 31st 2026</a:t>
            </a:r>
            <a:endParaRPr>
              <a:solidFill>
                <a:srgbClr val="7B1432"/>
              </a:solidFill>
            </a:endParaRPr>
          </a:p>
        </p:txBody>
      </p:sp>
      <p:sp>
        <p:nvSpPr>
          <p:cNvPr id="215" name="Google Shape;215;p38"/>
          <p:cNvSpPr/>
          <p:nvPr/>
        </p:nvSpPr>
        <p:spPr>
          <a:xfrm>
            <a:off x="303225" y="78569"/>
            <a:ext cx="8662950" cy="1181790"/>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38"/>
          <p:cNvSpPr txBox="1"/>
          <p:nvPr/>
        </p:nvSpPr>
        <p:spPr>
          <a:xfrm>
            <a:off x="383400" y="115363"/>
            <a:ext cx="8377200" cy="11082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iBank Concordia: A Campus Automated Banking Machine for Concordia University</a:t>
            </a:r>
            <a:endParaRPr sz="2800">
              <a:solidFill>
                <a:srgbClr val="FFFFFF"/>
              </a:solidFill>
              <a:latin typeface="Tahoma"/>
              <a:ea typeface="Tahoma"/>
              <a:cs typeface="Tahoma"/>
              <a:sym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p:nvPr/>
        </p:nvSpPr>
        <p:spPr>
          <a:xfrm>
            <a:off x="303213" y="78581"/>
            <a:ext cx="8662987" cy="609600"/>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39"/>
          <p:cNvSpPr txBox="1"/>
          <p:nvPr/>
        </p:nvSpPr>
        <p:spPr>
          <a:xfrm>
            <a:off x="303213" y="1002506"/>
            <a:ext cx="8663100" cy="31248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sz="2000">
                <a:solidFill>
                  <a:srgbClr val="7B1432"/>
                </a:solidFill>
                <a:latin typeface="Tahoma"/>
                <a:ea typeface="Tahoma"/>
                <a:cs typeface="Tahoma"/>
                <a:sym typeface="Tahoma"/>
              </a:rPr>
              <a:t>Problem 1 — iBank Concordia ABM Description</a:t>
            </a:r>
            <a:endParaRPr b="1" sz="20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800">
                <a:solidFill>
                  <a:srgbClr val="7B1432"/>
                </a:solidFill>
                <a:latin typeface="Tahoma"/>
                <a:ea typeface="Tahoma"/>
                <a:cs typeface="Tahoma"/>
                <a:sym typeface="Tahoma"/>
              </a:rPr>
              <a:t>	</a:t>
            </a:r>
            <a:r>
              <a:rPr lang="en-CA" sz="1800">
                <a:solidFill>
                  <a:schemeClr val="dk1"/>
                </a:solidFill>
                <a:latin typeface="Tahoma"/>
                <a:ea typeface="Tahoma"/>
                <a:cs typeface="Tahoma"/>
                <a:sym typeface="Tahoma"/>
              </a:rPr>
              <a:t>Overview, features, design boundaries, assumptions and reasons</a:t>
            </a:r>
            <a:endParaRPr sz="18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2000">
                <a:solidFill>
                  <a:srgbClr val="7B1432"/>
                </a:solidFill>
                <a:latin typeface="Tahoma"/>
                <a:ea typeface="Tahoma"/>
                <a:cs typeface="Tahoma"/>
                <a:sym typeface="Tahoma"/>
              </a:rPr>
              <a:t>Problem 2 — GQM: Goal, Questions &amp; Metrics Framework</a:t>
            </a:r>
            <a:endParaRPr b="1" sz="20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800">
                <a:solidFill>
                  <a:srgbClr val="7B1432"/>
                </a:solidFill>
                <a:latin typeface="Tahoma"/>
                <a:ea typeface="Tahoma"/>
                <a:cs typeface="Tahoma"/>
                <a:sym typeface="Tahoma"/>
              </a:rPr>
              <a:t>	</a:t>
            </a:r>
            <a:r>
              <a:rPr lang="en-CA" sz="1800">
                <a:solidFill>
                  <a:schemeClr val="dk1"/>
                </a:solidFill>
                <a:latin typeface="Tahoma"/>
                <a:ea typeface="Tahoma"/>
                <a:cs typeface="Tahoma"/>
                <a:sym typeface="Tahoma"/>
              </a:rPr>
              <a:t>SMART goal, 4 questions, and associated </a:t>
            </a:r>
            <a:r>
              <a:rPr lang="en-CA" sz="1800">
                <a:solidFill>
                  <a:schemeClr val="dk1"/>
                </a:solidFill>
                <a:latin typeface="Tahoma"/>
                <a:ea typeface="Tahoma"/>
                <a:cs typeface="Tahoma"/>
                <a:sym typeface="Tahoma"/>
              </a:rPr>
              <a:t>metrics</a:t>
            </a:r>
            <a:endParaRPr sz="18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2000">
                <a:solidFill>
                  <a:srgbClr val="7B1432"/>
                </a:solidFill>
                <a:latin typeface="Tahoma"/>
                <a:ea typeface="Tahoma"/>
                <a:cs typeface="Tahoma"/>
                <a:sym typeface="Tahoma"/>
              </a:rPr>
              <a:t>Problem 3 — Use case model: Graphical &amp; Textual</a:t>
            </a:r>
            <a:endParaRPr b="1" sz="2000">
              <a:solidFill>
                <a:srgbClr val="7B1432"/>
              </a:solidFill>
              <a:latin typeface="Tahoma"/>
              <a:ea typeface="Tahoma"/>
              <a:cs typeface="Tahoma"/>
              <a:sym typeface="Tahoma"/>
            </a:endParaRPr>
          </a:p>
          <a:p>
            <a:pPr indent="457200" lvl="0" marL="0" rtl="0" algn="just">
              <a:lnSpc>
                <a:spcPct val="115000"/>
              </a:lnSpc>
              <a:spcBef>
                <a:spcPts val="0"/>
              </a:spcBef>
              <a:spcAft>
                <a:spcPts val="0"/>
              </a:spcAft>
              <a:buClr>
                <a:schemeClr val="dk1"/>
              </a:buClr>
              <a:buSzPts val="1100"/>
              <a:buFont typeface="Arial"/>
              <a:buNone/>
            </a:pPr>
            <a:r>
              <a:rPr lang="en-CA" sz="1800">
                <a:solidFill>
                  <a:schemeClr val="dk1"/>
                </a:solidFill>
                <a:latin typeface="Tahoma"/>
                <a:ea typeface="Tahoma"/>
                <a:cs typeface="Tahoma"/>
                <a:sym typeface="Tahoma"/>
              </a:rPr>
              <a:t>Use case model and its explanations</a:t>
            </a:r>
            <a:endParaRPr b="1" sz="20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b="1" sz="20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2000">
                <a:solidFill>
                  <a:srgbClr val="7B1432"/>
                </a:solidFill>
                <a:latin typeface="Tahoma"/>
                <a:ea typeface="Tahoma"/>
                <a:cs typeface="Tahoma"/>
                <a:sym typeface="Tahoma"/>
              </a:rPr>
              <a:t>GAI Use, Summary &amp; References</a:t>
            </a:r>
            <a:endParaRPr b="1" sz="2000">
              <a:solidFill>
                <a:srgbClr val="7B1432"/>
              </a:solidFill>
              <a:latin typeface="Tahoma"/>
              <a:ea typeface="Tahoma"/>
              <a:cs typeface="Tahoma"/>
              <a:sym typeface="Tahoma"/>
            </a:endParaRPr>
          </a:p>
          <a:p>
            <a:pPr indent="0" lvl="0" marL="0" marR="0" rtl="0" algn="just">
              <a:spcBef>
                <a:spcPts val="0"/>
              </a:spcBef>
              <a:spcAft>
                <a:spcPts val="0"/>
              </a:spcAft>
              <a:buClr>
                <a:srgbClr val="1C1C1C"/>
              </a:buClr>
              <a:buSzPts val="2000"/>
              <a:buFont typeface="Arial"/>
              <a:buNone/>
            </a:pPr>
            <a:r>
              <a:t/>
            </a:r>
            <a:endParaRPr sz="2000">
              <a:solidFill>
                <a:srgbClr val="7B1432"/>
              </a:solidFill>
              <a:latin typeface="Tahoma"/>
              <a:ea typeface="Tahoma"/>
              <a:cs typeface="Tahoma"/>
              <a:sym typeface="Tahoma"/>
            </a:endParaRPr>
          </a:p>
        </p:txBody>
      </p:sp>
      <p:sp>
        <p:nvSpPr>
          <p:cNvPr id="223" name="Google Shape;223;p39"/>
          <p:cNvSpPr txBox="1"/>
          <p:nvPr/>
        </p:nvSpPr>
        <p:spPr>
          <a:xfrm>
            <a:off x="588963" y="178594"/>
            <a:ext cx="8091487" cy="415529"/>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Agenda</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0"/>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40"/>
          <p:cNvSpPr txBox="1"/>
          <p:nvPr/>
        </p:nvSpPr>
        <p:spPr>
          <a:xfrm>
            <a:off x="303225" y="797250"/>
            <a:ext cx="8706600" cy="32802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What is iBank Concordia?</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iBank Concordia is a bilingual (English/French) campus Automated Banking Machine designed for a Concordia University campus context in Montreal, Quebec, Canada.[4][5][6] It allows </a:t>
            </a:r>
            <a:r>
              <a:rPr lang="en-CA">
                <a:solidFill>
                  <a:srgbClr val="1C1C1C"/>
                </a:solidFill>
                <a:latin typeface="Tahoma"/>
                <a:ea typeface="Tahoma"/>
                <a:cs typeface="Tahoma"/>
                <a:sym typeface="Tahoma"/>
              </a:rPr>
              <a:t>multiple</a:t>
            </a:r>
            <a:r>
              <a:rPr lang="en-CA">
                <a:solidFill>
                  <a:srgbClr val="1C1C1C"/>
                </a:solidFill>
                <a:latin typeface="Tahoma"/>
                <a:ea typeface="Tahoma"/>
                <a:cs typeface="Tahoma"/>
                <a:sym typeface="Tahoma"/>
              </a:rPr>
              <a:t> operations*.</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FFFFFF"/>
                </a:solidFill>
                <a:latin typeface="Tahoma"/>
                <a:ea typeface="Tahoma"/>
                <a:cs typeface="Tahoma"/>
                <a:sym typeface="Tahoma"/>
              </a:rPr>
              <a:t> </a:t>
            </a:r>
            <a:endParaRPr>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Why a campus ABM?</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A campus ABM gives iBank a specific context instead of treating it as a generic banking machine. The Concordia campus context influences iBank’s design assumptions such as bilingual interaction, CAD-only transactions, moderate withdrawal limits, and simple self-service workflows for everyday banking needs.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FFFFFF"/>
                </a:solidFill>
                <a:latin typeface="Tahoma"/>
                <a:ea typeface="Tahoma"/>
                <a:cs typeface="Tahoma"/>
                <a:sym typeface="Tahoma"/>
              </a:rPr>
              <a:t> </a:t>
            </a:r>
            <a:endParaRPr>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Kind of ABM</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Domestic, single-bank, on-premises ABM. Transactions processed in Canadian dollars (CAD) via a desktop Java Swing simulation of an ABM, with no live banking connections with Interac or live Concordia University’s Billing System.</a:t>
            </a:r>
            <a:endParaRPr>
              <a:solidFill>
                <a:srgbClr val="1C1C1C"/>
              </a:solidFill>
              <a:latin typeface="Tahoma"/>
              <a:ea typeface="Tahoma"/>
              <a:cs typeface="Tahoma"/>
              <a:sym typeface="Tahoma"/>
            </a:endParaRPr>
          </a:p>
        </p:txBody>
      </p:sp>
      <p:sp>
        <p:nvSpPr>
          <p:cNvPr id="230" name="Google Shape;230;p40"/>
          <p:cNvSpPr txBox="1"/>
          <p:nvPr/>
        </p:nvSpPr>
        <p:spPr>
          <a:xfrm>
            <a:off x="588975" y="178597"/>
            <a:ext cx="8091600" cy="5541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rgbClr val="FFFFFF"/>
                </a:solidFill>
                <a:latin typeface="Tahoma"/>
                <a:ea typeface="Tahoma"/>
                <a:cs typeface="Tahoma"/>
                <a:sym typeface="Tahoma"/>
              </a:rPr>
              <a:t>Problem 1: iBank ABM Overview</a:t>
            </a:r>
            <a:endParaRPr sz="3600">
              <a:solidFill>
                <a:srgbClr val="FFFFFF"/>
              </a:solidFill>
              <a:latin typeface="Tahoma"/>
              <a:ea typeface="Tahoma"/>
              <a:cs typeface="Tahoma"/>
              <a:sym typeface="Tahoma"/>
            </a:endParaRPr>
          </a:p>
        </p:txBody>
      </p:sp>
      <p:pic>
        <p:nvPicPr>
          <p:cNvPr id="231" name="Google Shape;231;p40"/>
          <p:cNvPicPr preferRelativeResize="0"/>
          <p:nvPr/>
        </p:nvPicPr>
        <p:blipFill>
          <a:blip r:embed="rId4">
            <a:alphaModFix/>
          </a:blip>
          <a:stretch>
            <a:fillRect/>
          </a:stretch>
        </p:blipFill>
        <p:spPr>
          <a:xfrm>
            <a:off x="3987762" y="3811925"/>
            <a:ext cx="1337525" cy="1331575"/>
          </a:xfrm>
          <a:prstGeom prst="rect">
            <a:avLst/>
          </a:prstGeom>
          <a:noFill/>
          <a:ln>
            <a:noFill/>
          </a:ln>
        </p:spPr>
      </p:pic>
      <p:sp>
        <p:nvSpPr>
          <p:cNvPr id="232" name="Google Shape;232;p40"/>
          <p:cNvSpPr txBox="1"/>
          <p:nvPr/>
        </p:nvSpPr>
        <p:spPr>
          <a:xfrm>
            <a:off x="7816425" y="4054475"/>
            <a:ext cx="1193400" cy="30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000">
                <a:solidFill>
                  <a:srgbClr val="1C1C1C"/>
                </a:solidFill>
                <a:latin typeface="Tahoma"/>
                <a:ea typeface="Tahoma"/>
                <a:cs typeface="Tahoma"/>
                <a:sym typeface="Tahoma"/>
              </a:rPr>
              <a:t>* see next page</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1"/>
          <p:cNvSpPr/>
          <p:nvPr/>
        </p:nvSpPr>
        <p:spPr>
          <a:xfrm>
            <a:off x="303225" y="78576"/>
            <a:ext cx="8663004" cy="1121580"/>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41"/>
          <p:cNvSpPr txBox="1"/>
          <p:nvPr/>
        </p:nvSpPr>
        <p:spPr>
          <a:xfrm>
            <a:off x="178375" y="1200150"/>
            <a:ext cx="8912700" cy="40452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Transactions Supported</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Cash withdrawal (multiples of 20 CAD, max 1000 CAD/day)  |  Balance inquiry  |  Fund transfer between accounts  |  Deposit simulation  |  PIN change simulation |  Tuition payment simulation (Concordia-specific)</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FFFFFF"/>
                </a:solidFill>
                <a:latin typeface="Tahoma"/>
                <a:ea typeface="Tahoma"/>
                <a:cs typeface="Tahoma"/>
                <a:sym typeface="Tahoma"/>
              </a:rPr>
              <a:t> </a:t>
            </a:r>
            <a:endParaRPr>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Users Served</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Main expected users: Concordia students, faculty, and staff in a campus context.  Authentication via 4-digit PIN on a pre-seeded local account database.</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FFFFFF"/>
                </a:solidFill>
                <a:latin typeface="Tahoma"/>
                <a:ea typeface="Tahoma"/>
                <a:cs typeface="Tahoma"/>
                <a:sym typeface="Tahoma"/>
              </a:rPr>
              <a:t> </a:t>
            </a:r>
            <a:endParaRPr>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Canadian Context &amp; Design Considerations</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Currency: CAD-only transactions for domestic Canadian use | Language: Main user-facing screens support English/French | Privacy: no full PIN or complete banking credential storage in iBank concept |  Accessibility: simple and readable interface considered as a design goal | Network: external banking authorization represented conceptually in the simulation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1000">
                <a:solidFill>
                  <a:srgbClr val="1C1C1C"/>
                </a:solidFill>
                <a:latin typeface="Tahoma"/>
                <a:ea typeface="Tahoma"/>
                <a:cs typeface="Tahoma"/>
                <a:sym typeface="Tahoma"/>
              </a:rPr>
              <a:t>The system aims to balance usability, security, and simplicity within the project scope</a:t>
            </a:r>
            <a:endParaRPr b="1" sz="1000">
              <a:solidFill>
                <a:srgbClr val="1C1C1C"/>
              </a:solidFill>
              <a:latin typeface="Tahoma"/>
              <a:ea typeface="Tahoma"/>
              <a:cs typeface="Tahoma"/>
              <a:sym typeface="Tahoma"/>
            </a:endParaRPr>
          </a:p>
          <a:p>
            <a:pPr indent="0" lvl="0" marL="0" marR="0" rtl="0" algn="just">
              <a:spcBef>
                <a:spcPts val="0"/>
              </a:spcBef>
              <a:spcAft>
                <a:spcPts val="0"/>
              </a:spcAft>
              <a:buClr>
                <a:srgbClr val="1C1C1C"/>
              </a:buClr>
              <a:buSzPts val="2000"/>
              <a:buFont typeface="Arial"/>
              <a:buNone/>
            </a:pPr>
            <a:r>
              <a:t/>
            </a:r>
            <a:endParaRPr sz="2000">
              <a:solidFill>
                <a:srgbClr val="1C1C1C"/>
              </a:solidFill>
              <a:latin typeface="Tahoma"/>
              <a:ea typeface="Tahoma"/>
              <a:cs typeface="Tahoma"/>
              <a:sym typeface="Tahoma"/>
            </a:endParaRPr>
          </a:p>
        </p:txBody>
      </p:sp>
      <p:sp>
        <p:nvSpPr>
          <p:cNvPr id="239" name="Google Shape;239;p41"/>
          <p:cNvSpPr txBox="1"/>
          <p:nvPr/>
        </p:nvSpPr>
        <p:spPr>
          <a:xfrm>
            <a:off x="917275" y="115052"/>
            <a:ext cx="7434900" cy="9927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000">
                <a:solidFill>
                  <a:srgbClr val="FFFFFF"/>
                </a:solidFill>
                <a:latin typeface="Tahoma"/>
                <a:ea typeface="Tahoma"/>
                <a:cs typeface="Tahoma"/>
                <a:sym typeface="Tahoma"/>
              </a:rPr>
              <a:t>Problem 1: iBank </a:t>
            </a:r>
            <a:r>
              <a:rPr lang="en-CA" sz="3000">
                <a:solidFill>
                  <a:srgbClr val="FFFFFF"/>
                </a:solidFill>
                <a:latin typeface="Tahoma"/>
                <a:ea typeface="Tahoma"/>
                <a:cs typeface="Tahoma"/>
                <a:sym typeface="Tahoma"/>
              </a:rPr>
              <a:t>Key Features </a:t>
            </a:r>
            <a:endParaRPr sz="3000">
              <a:solidFill>
                <a:srgbClr val="FFFFFF"/>
              </a:solidFill>
              <a:latin typeface="Tahoma"/>
              <a:ea typeface="Tahoma"/>
              <a:cs typeface="Tahoma"/>
              <a:sym typeface="Tahoma"/>
            </a:endParaRPr>
          </a:p>
          <a:p>
            <a:pPr indent="0" lvl="0" marL="0" rtl="0" algn="ctr">
              <a:lnSpc>
                <a:spcPct val="115000"/>
              </a:lnSpc>
              <a:spcBef>
                <a:spcPts val="0"/>
              </a:spcBef>
              <a:spcAft>
                <a:spcPts val="0"/>
              </a:spcAft>
              <a:buClr>
                <a:schemeClr val="dk1"/>
              </a:buClr>
              <a:buSzPts val="1100"/>
              <a:buFont typeface="Arial"/>
              <a:buNone/>
            </a:pPr>
            <a:r>
              <a:rPr lang="en-CA" sz="3000">
                <a:solidFill>
                  <a:srgbClr val="FFFFFF"/>
                </a:solidFill>
                <a:latin typeface="Tahoma"/>
                <a:ea typeface="Tahoma"/>
                <a:cs typeface="Tahoma"/>
                <a:sym typeface="Tahoma"/>
              </a:rPr>
              <a:t>&amp; Design Boundaries</a:t>
            </a:r>
            <a:endParaRPr sz="36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2"/>
          <p:cNvSpPr/>
          <p:nvPr/>
        </p:nvSpPr>
        <p:spPr>
          <a:xfrm>
            <a:off x="303225" y="78575"/>
            <a:ext cx="8662950" cy="1208250"/>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42"/>
          <p:cNvSpPr txBox="1"/>
          <p:nvPr/>
        </p:nvSpPr>
        <p:spPr>
          <a:xfrm>
            <a:off x="303213" y="1478331"/>
            <a:ext cx="8663100" cy="27846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A1.  </a:t>
            </a:r>
            <a:r>
              <a:rPr lang="en-CA">
                <a:solidFill>
                  <a:srgbClr val="1C1C1C"/>
                </a:solidFill>
                <a:latin typeface="Tahoma"/>
                <a:ea typeface="Tahoma"/>
                <a:cs typeface="Tahoma"/>
                <a:sym typeface="Tahoma"/>
              </a:rPr>
              <a:t>iBank Concordia is a software simulation of a physical ABM.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R1.</a:t>
            </a:r>
            <a:r>
              <a:rPr lang="en-CA">
                <a:solidFill>
                  <a:srgbClr val="1C1C1C"/>
                </a:solidFill>
                <a:latin typeface="Tahoma"/>
                <a:ea typeface="Tahoma"/>
                <a:cs typeface="Tahoma"/>
                <a:sym typeface="Tahoma"/>
              </a:rPr>
              <a:t> D2 will be implemented as Java Swing App, so real ABM hardware and live banking infrastructure are not in the project scope.</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A2.  </a:t>
            </a:r>
            <a:r>
              <a:rPr lang="en-CA">
                <a:solidFill>
                  <a:srgbClr val="1C1C1C"/>
                </a:solidFill>
                <a:latin typeface="Tahoma"/>
                <a:ea typeface="Tahoma"/>
                <a:cs typeface="Tahoma"/>
                <a:sym typeface="Tahoma"/>
              </a:rPr>
              <a:t>All transactions are processed in Canadian dollars (CAD) only.</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R2.</a:t>
            </a:r>
            <a:r>
              <a:rPr lang="en-CA">
                <a:solidFill>
                  <a:srgbClr val="1C1C1C"/>
                </a:solidFill>
                <a:latin typeface="Tahoma"/>
                <a:ea typeface="Tahoma"/>
                <a:cs typeface="Tahoma"/>
                <a:sym typeface="Tahoma"/>
              </a:rPr>
              <a:t> The ABM is designed for domestic Canadian campus </a:t>
            </a:r>
            <a:r>
              <a:rPr lang="en-CA">
                <a:solidFill>
                  <a:srgbClr val="1C1C1C"/>
                </a:solidFill>
                <a:latin typeface="Tahoma"/>
                <a:ea typeface="Tahoma"/>
                <a:cs typeface="Tahoma"/>
                <a:sym typeface="Tahoma"/>
              </a:rPr>
              <a:t>context, e</a:t>
            </a:r>
            <a:r>
              <a:rPr lang="en-CA">
                <a:solidFill>
                  <a:srgbClr val="1C1C1C"/>
                </a:solidFill>
                <a:latin typeface="Tahoma"/>
                <a:ea typeface="Tahoma"/>
                <a:cs typeface="Tahoma"/>
                <a:sym typeface="Tahoma"/>
              </a:rPr>
              <a:t>xcluding </a:t>
            </a:r>
            <a:r>
              <a:rPr lang="en-CA">
                <a:solidFill>
                  <a:srgbClr val="1C1C1C"/>
                </a:solidFill>
                <a:latin typeface="Tahoma"/>
                <a:ea typeface="Tahoma"/>
                <a:cs typeface="Tahoma"/>
                <a:sym typeface="Tahoma"/>
              </a:rPr>
              <a:t>foreign</a:t>
            </a:r>
            <a:r>
              <a:rPr lang="en-CA">
                <a:solidFill>
                  <a:srgbClr val="1C1C1C"/>
                </a:solidFill>
                <a:latin typeface="Tahoma"/>
                <a:ea typeface="Tahoma"/>
                <a:cs typeface="Tahoma"/>
                <a:sym typeface="Tahoma"/>
              </a:rPr>
              <a:t> exchange keeps the simulation focused on common ABM transactions.[4][5][6]</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A3. </a:t>
            </a:r>
            <a:r>
              <a:rPr lang="en-CA">
                <a:solidFill>
                  <a:srgbClr val="1C1C1C"/>
                </a:solidFill>
                <a:latin typeface="Tahoma"/>
                <a:ea typeface="Tahoma"/>
                <a:cs typeface="Tahoma"/>
                <a:sym typeface="Tahoma"/>
              </a:rPr>
              <a:t>iBank Concordia supports </a:t>
            </a:r>
            <a:r>
              <a:rPr lang="en-CA">
                <a:solidFill>
                  <a:srgbClr val="1C1C1C"/>
                </a:solidFill>
                <a:latin typeface="Tahoma"/>
                <a:ea typeface="Tahoma"/>
                <a:cs typeface="Tahoma"/>
                <a:sym typeface="Tahoma"/>
              </a:rPr>
              <a:t>a single </a:t>
            </a:r>
            <a:r>
              <a:rPr lang="en-CA">
                <a:solidFill>
                  <a:srgbClr val="1C1C1C"/>
                </a:solidFill>
                <a:latin typeface="Tahoma"/>
                <a:ea typeface="Tahoma"/>
                <a:cs typeface="Tahoma"/>
                <a:sym typeface="Tahoma"/>
              </a:rPr>
              <a:t>banking institution only.</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R3.</a:t>
            </a:r>
            <a:r>
              <a:rPr lang="en-CA">
                <a:solidFill>
                  <a:srgbClr val="1C1C1C"/>
                </a:solidFill>
                <a:latin typeface="Tahoma"/>
                <a:ea typeface="Tahoma"/>
                <a:cs typeface="Tahoma"/>
                <a:sym typeface="Tahoma"/>
              </a:rPr>
              <a:t> Single bank model avoids interbank fees and all other fees, and multi-banks logic will make the project way too broad.</a:t>
            </a:r>
            <a:endParaRPr>
              <a:solidFill>
                <a:srgbClr val="1C1C1C"/>
              </a:solidFill>
              <a:latin typeface="Tahoma"/>
              <a:ea typeface="Tahoma"/>
              <a:cs typeface="Tahoma"/>
              <a:sym typeface="Tahoma"/>
            </a:endParaRPr>
          </a:p>
        </p:txBody>
      </p:sp>
      <p:sp>
        <p:nvSpPr>
          <p:cNvPr id="246" name="Google Shape;246;p42"/>
          <p:cNvSpPr txBox="1"/>
          <p:nvPr/>
        </p:nvSpPr>
        <p:spPr>
          <a:xfrm>
            <a:off x="588975" y="178600"/>
            <a:ext cx="8091600" cy="11082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Problem 1: Explicit </a:t>
            </a:r>
            <a:r>
              <a:rPr lang="en-CA" sz="3600">
                <a:solidFill>
                  <a:srgbClr val="FFFFFF"/>
                </a:solidFill>
                <a:latin typeface="Tahoma"/>
                <a:ea typeface="Tahoma"/>
                <a:cs typeface="Tahoma"/>
                <a:sym typeface="Tahoma"/>
              </a:rPr>
              <a:t>Assumptions &amp; Reasons</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3"/>
          <p:cNvSpPr/>
          <p:nvPr/>
        </p:nvSpPr>
        <p:spPr>
          <a:xfrm>
            <a:off x="303225" y="78575"/>
            <a:ext cx="8662950" cy="1208250"/>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43"/>
          <p:cNvSpPr txBox="1"/>
          <p:nvPr/>
        </p:nvSpPr>
        <p:spPr>
          <a:xfrm>
            <a:off x="303213" y="1478331"/>
            <a:ext cx="8663100" cy="30324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A4.  </a:t>
            </a:r>
            <a:r>
              <a:rPr lang="en-CA">
                <a:solidFill>
                  <a:srgbClr val="1C1C1C"/>
                </a:solidFill>
                <a:latin typeface="Tahoma"/>
                <a:ea typeface="Tahoma"/>
                <a:cs typeface="Tahoma"/>
                <a:sym typeface="Tahoma"/>
              </a:rPr>
              <a:t>User authentication is via a 4-digit numeric PIN. No biometrics or contactless cards.</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R4.</a:t>
            </a:r>
            <a:r>
              <a:rPr lang="en-CA">
                <a:solidFill>
                  <a:srgbClr val="1C1C1C"/>
                </a:solidFill>
                <a:latin typeface="Tahoma"/>
                <a:ea typeface="Tahoma"/>
                <a:cs typeface="Tahoma"/>
                <a:sym typeface="Tahoma"/>
              </a:rPr>
              <a:t> This keeps authentication simple and consistent with common ABM interaction assumptions. Biometrics and contactless authentication are excluded, in order to keep the use case model manageable.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A5.  </a:t>
            </a:r>
            <a:r>
              <a:rPr lang="en-CA">
                <a:solidFill>
                  <a:srgbClr val="1C1C1C"/>
                </a:solidFill>
                <a:latin typeface="Tahoma"/>
                <a:ea typeface="Tahoma"/>
                <a:cs typeface="Tahoma"/>
                <a:sym typeface="Tahoma"/>
              </a:rPr>
              <a:t>Cash withdrawal amounts are restricted to multiples of 20 CAD, up to a daily limit of </a:t>
            </a:r>
            <a:r>
              <a:rPr lang="en-CA">
                <a:solidFill>
                  <a:srgbClr val="1C1C1C"/>
                </a:solidFill>
                <a:latin typeface="Tahoma"/>
                <a:ea typeface="Tahoma"/>
                <a:cs typeface="Tahoma"/>
                <a:sym typeface="Tahoma"/>
              </a:rPr>
              <a:t>1000</a:t>
            </a:r>
            <a:r>
              <a:rPr lang="en-CA">
                <a:solidFill>
                  <a:srgbClr val="1C1C1C"/>
                </a:solidFill>
                <a:latin typeface="Tahoma"/>
                <a:ea typeface="Tahoma"/>
                <a:cs typeface="Tahoma"/>
                <a:sym typeface="Tahoma"/>
              </a:rPr>
              <a:t> CAD.</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R5.</a:t>
            </a:r>
            <a:r>
              <a:rPr lang="en-CA">
                <a:solidFill>
                  <a:srgbClr val="1C1C1C"/>
                </a:solidFill>
                <a:latin typeface="Tahoma"/>
                <a:ea typeface="Tahoma"/>
                <a:cs typeface="Tahoma"/>
                <a:sym typeface="Tahoma"/>
              </a:rPr>
              <a:t> 20 CAD bills will simplify cash dispensing in the simulation. The 1000 CAD daily limit is a risk-control design boundary, , not a legal claim. It limits potential loss if a card and PIN is compromised, while still supporting ordinary campus cash needs.</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A6.  </a:t>
            </a:r>
            <a:r>
              <a:rPr lang="en-CA">
                <a:solidFill>
                  <a:srgbClr val="1C1C1C"/>
                </a:solidFill>
                <a:latin typeface="Tahoma"/>
                <a:ea typeface="Tahoma"/>
                <a:cs typeface="Tahoma"/>
                <a:sym typeface="Tahoma"/>
              </a:rPr>
              <a:t>Accounts and initial balances are pre-seeded in a local database for demonstration purposes.</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R6.</a:t>
            </a:r>
            <a:r>
              <a:rPr lang="en-CA">
                <a:solidFill>
                  <a:srgbClr val="1C1C1C"/>
                </a:solidFill>
                <a:latin typeface="Tahoma"/>
                <a:ea typeface="Tahoma"/>
                <a:cs typeface="Tahoma"/>
                <a:sym typeface="Tahoma"/>
              </a:rPr>
              <a:t> The project is a simulation and cannot use real bank accounts or networks. Pre-seeded data allows transactions without handling real banking data.</a:t>
            </a:r>
            <a:endParaRPr>
              <a:solidFill>
                <a:srgbClr val="1C1C1C"/>
              </a:solidFill>
              <a:latin typeface="Tahoma"/>
              <a:ea typeface="Tahoma"/>
              <a:cs typeface="Tahoma"/>
              <a:sym typeface="Tahoma"/>
            </a:endParaRPr>
          </a:p>
        </p:txBody>
      </p:sp>
      <p:sp>
        <p:nvSpPr>
          <p:cNvPr id="253" name="Google Shape;253;p43"/>
          <p:cNvSpPr txBox="1"/>
          <p:nvPr/>
        </p:nvSpPr>
        <p:spPr>
          <a:xfrm>
            <a:off x="588975" y="178600"/>
            <a:ext cx="8091600" cy="1108200"/>
          </a:xfrm>
          <a:prstGeom prst="rect">
            <a:avLst/>
          </a:prstGeom>
          <a:noFill/>
          <a:ln>
            <a:noFill/>
          </a:ln>
        </p:spPr>
        <p:txBody>
          <a:bodyPr anchorCtr="1" anchor="t" bIns="0" lIns="0" spcFirstLastPara="1" rIns="0" wrap="square" tIns="0">
            <a:spAutoFit/>
          </a:bodyPr>
          <a:lstStyle/>
          <a:p>
            <a:pPr indent="0" lvl="0" marL="11113" rtl="0" algn="ctr">
              <a:spcBef>
                <a:spcPts val="0"/>
              </a:spcBef>
              <a:spcAft>
                <a:spcPts val="0"/>
              </a:spcAft>
              <a:buClr>
                <a:schemeClr val="lt1"/>
              </a:buClr>
              <a:buSzPts val="3600"/>
              <a:buFont typeface="Arial"/>
              <a:buNone/>
            </a:pPr>
            <a:r>
              <a:rPr lang="en-CA" sz="3600">
                <a:solidFill>
                  <a:schemeClr val="lt1"/>
                </a:solidFill>
                <a:latin typeface="Tahoma"/>
                <a:ea typeface="Tahoma"/>
                <a:cs typeface="Tahoma"/>
                <a:sym typeface="Tahoma"/>
              </a:rPr>
              <a:t>Problem 1: Explicit Assumptions &amp; Reasons (Cont’d)</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p:nvPr/>
        </p:nvSpPr>
        <p:spPr>
          <a:xfrm>
            <a:off x="303225" y="78575"/>
            <a:ext cx="8662950" cy="1208250"/>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44"/>
          <p:cNvSpPr txBox="1"/>
          <p:nvPr/>
        </p:nvSpPr>
        <p:spPr>
          <a:xfrm>
            <a:off x="303213" y="1478331"/>
            <a:ext cx="8663100" cy="25368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A7</a:t>
            </a:r>
            <a:r>
              <a:rPr b="1" lang="en-CA">
                <a:solidFill>
                  <a:srgbClr val="7B1432"/>
                </a:solidFill>
                <a:latin typeface="Tahoma"/>
                <a:ea typeface="Tahoma"/>
                <a:cs typeface="Tahoma"/>
                <a:sym typeface="Tahoma"/>
              </a:rPr>
              <a:t>.</a:t>
            </a:r>
            <a:r>
              <a:rPr b="1" lang="en-CA">
                <a:solidFill>
                  <a:srgbClr val="7B1432"/>
                </a:solidFill>
                <a:latin typeface="Tahoma"/>
                <a:ea typeface="Tahoma"/>
                <a:cs typeface="Tahoma"/>
                <a:sym typeface="Tahoma"/>
              </a:rPr>
              <a:t>  </a:t>
            </a:r>
            <a:r>
              <a:rPr lang="en-CA">
                <a:solidFill>
                  <a:srgbClr val="1C1C1C"/>
                </a:solidFill>
                <a:latin typeface="Tahoma"/>
                <a:ea typeface="Tahoma"/>
                <a:cs typeface="Tahoma"/>
                <a:sym typeface="Tahoma"/>
              </a:rPr>
              <a:t>The tuition payment feature routes to a simulated Concordia billing system (no live integration).</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R7.</a:t>
            </a:r>
            <a:r>
              <a:rPr lang="en-CA">
                <a:solidFill>
                  <a:srgbClr val="1C1C1C"/>
                </a:solidFill>
                <a:latin typeface="Tahoma"/>
                <a:ea typeface="Tahoma"/>
                <a:cs typeface="Tahoma"/>
                <a:sym typeface="Tahoma"/>
              </a:rPr>
              <a:t> This feature makes iBank campus-specific. But connection to live Concordia billing system is out of scope, so only a simulated one will be used in D2.</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A8.  </a:t>
            </a:r>
            <a:r>
              <a:rPr lang="en-CA">
                <a:solidFill>
                  <a:srgbClr val="1C1C1C"/>
                </a:solidFill>
                <a:latin typeface="Tahoma"/>
                <a:ea typeface="Tahoma"/>
                <a:cs typeface="Tahoma"/>
                <a:sym typeface="Tahoma"/>
              </a:rPr>
              <a:t>The system runs as a Java Swing desktop application only.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R8.</a:t>
            </a:r>
            <a:r>
              <a:rPr lang="en-CA">
                <a:solidFill>
                  <a:srgbClr val="1C1C1C"/>
                </a:solidFill>
                <a:latin typeface="Tahoma"/>
                <a:ea typeface="Tahoma"/>
                <a:cs typeface="Tahoma"/>
                <a:sym typeface="Tahoma"/>
              </a:rPr>
              <a:t> This project implementation is limited to desktop GUI, other interfaces like mobile or web interfaces are not included for simplicity.</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1C1C1C"/>
                </a:solidFill>
                <a:latin typeface="Tahoma"/>
                <a:ea typeface="Tahoma"/>
                <a:cs typeface="Tahoma"/>
                <a:sym typeface="Tahoma"/>
              </a:rPr>
              <a:t>These assumptions define the scope and constraints of the iBank Concordia simulation</a:t>
            </a:r>
            <a:endParaRPr b="1">
              <a:solidFill>
                <a:srgbClr val="1C1C1C"/>
              </a:solidFill>
              <a:latin typeface="Tahoma"/>
              <a:ea typeface="Tahoma"/>
              <a:cs typeface="Tahoma"/>
              <a:sym typeface="Tahoma"/>
            </a:endParaRPr>
          </a:p>
          <a:p>
            <a:pPr indent="0" lvl="0" marL="0" marR="0" rtl="0" algn="just">
              <a:spcBef>
                <a:spcPts val="0"/>
              </a:spcBef>
              <a:spcAft>
                <a:spcPts val="0"/>
              </a:spcAft>
              <a:buClr>
                <a:srgbClr val="1C1C1C"/>
              </a:buClr>
              <a:buSzPts val="2000"/>
              <a:buFont typeface="Arial"/>
              <a:buNone/>
            </a:pPr>
            <a:r>
              <a:t/>
            </a:r>
            <a:endParaRPr>
              <a:solidFill>
                <a:srgbClr val="1C1C1C"/>
              </a:solidFill>
              <a:latin typeface="Tahoma"/>
              <a:ea typeface="Tahoma"/>
              <a:cs typeface="Tahoma"/>
              <a:sym typeface="Tahoma"/>
            </a:endParaRPr>
          </a:p>
        </p:txBody>
      </p:sp>
      <p:sp>
        <p:nvSpPr>
          <p:cNvPr id="260" name="Google Shape;260;p44"/>
          <p:cNvSpPr txBox="1"/>
          <p:nvPr/>
        </p:nvSpPr>
        <p:spPr>
          <a:xfrm>
            <a:off x="588975" y="178600"/>
            <a:ext cx="8091600" cy="1108200"/>
          </a:xfrm>
          <a:prstGeom prst="rect">
            <a:avLst/>
          </a:prstGeom>
          <a:noFill/>
          <a:ln>
            <a:noFill/>
          </a:ln>
        </p:spPr>
        <p:txBody>
          <a:bodyPr anchorCtr="1" anchor="t" bIns="0" lIns="0" spcFirstLastPara="1" rIns="0" wrap="square" tIns="0">
            <a:spAutoFit/>
          </a:bodyPr>
          <a:lstStyle/>
          <a:p>
            <a:pPr indent="0" lvl="0" marL="11113" rtl="0" algn="ctr">
              <a:spcBef>
                <a:spcPts val="0"/>
              </a:spcBef>
              <a:spcAft>
                <a:spcPts val="0"/>
              </a:spcAft>
              <a:buClr>
                <a:schemeClr val="lt1"/>
              </a:buClr>
              <a:buSzPts val="3600"/>
              <a:buFont typeface="Arial"/>
              <a:buNone/>
            </a:pPr>
            <a:r>
              <a:rPr lang="en-CA" sz="3600">
                <a:solidFill>
                  <a:schemeClr val="lt1"/>
                </a:solidFill>
                <a:latin typeface="Tahoma"/>
                <a:ea typeface="Tahoma"/>
                <a:cs typeface="Tahoma"/>
                <a:sym typeface="Tahoma"/>
              </a:rPr>
              <a:t>Problem 1: Explicit Assumptions &amp; Reasons (Cont’d)</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5"/>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45"/>
          <p:cNvSpPr txBox="1"/>
          <p:nvPr/>
        </p:nvSpPr>
        <p:spPr>
          <a:xfrm>
            <a:off x="303213" y="1002506"/>
            <a:ext cx="8663100" cy="40236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Goal Template (Park, Goethert &amp; Florac, 1996) [8]</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FFFFFF"/>
                </a:solidFill>
                <a:latin typeface="Tahoma"/>
                <a:ea typeface="Tahoma"/>
                <a:cs typeface="Tahoma"/>
                <a:sym typeface="Tahoma"/>
              </a:rPr>
              <a:t> </a:t>
            </a:r>
            <a:endParaRPr>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1C1C1C"/>
                </a:solidFill>
                <a:latin typeface="Tahoma"/>
                <a:ea typeface="Tahoma"/>
                <a:cs typeface="Tahoma"/>
                <a:sym typeface="Tahoma"/>
              </a:rPr>
              <a:t>Purpose: </a:t>
            </a:r>
            <a:r>
              <a:rPr lang="en-CA">
                <a:solidFill>
                  <a:srgbClr val="1C1C1C"/>
                </a:solidFill>
                <a:latin typeface="Tahoma"/>
                <a:ea typeface="Tahoma"/>
                <a:cs typeface="Tahoma"/>
                <a:sym typeface="Tahoma"/>
              </a:rPr>
              <a:t>To analyze the transaction reliability of iBank Concordia in order to improve it.</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1C1C1C"/>
                </a:solidFill>
                <a:latin typeface="Tahoma"/>
                <a:ea typeface="Tahoma"/>
                <a:cs typeface="Tahoma"/>
                <a:sym typeface="Tahoma"/>
              </a:rPr>
              <a:t>Perspective: </a:t>
            </a:r>
            <a:r>
              <a:rPr lang="en-CA">
                <a:solidFill>
                  <a:srgbClr val="1C1C1C"/>
                </a:solidFill>
                <a:latin typeface="Tahoma"/>
                <a:ea typeface="Tahoma"/>
                <a:cs typeface="Tahoma"/>
                <a:sym typeface="Tahoma"/>
              </a:rPr>
              <a:t>Examine the correctness and robustness of transaction processing from the viewpoint of a Concordia student using a campus ABM.</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1C1C1C"/>
                </a:solidFill>
                <a:latin typeface="Tahoma"/>
                <a:ea typeface="Tahoma"/>
                <a:cs typeface="Tahoma"/>
                <a:sym typeface="Tahoma"/>
              </a:rPr>
              <a:t>Environment: </a:t>
            </a:r>
            <a:r>
              <a:rPr lang="en-CA">
                <a:solidFill>
                  <a:srgbClr val="1C1C1C"/>
                </a:solidFill>
                <a:latin typeface="Tahoma"/>
                <a:ea typeface="Tahoma"/>
                <a:cs typeface="Tahoma"/>
                <a:sym typeface="Tahoma"/>
              </a:rPr>
              <a:t>In the context of the iBank Concordia software system during functional testing, Summer 2026.</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FFFFFF"/>
                </a:solidFill>
                <a:latin typeface="Tahoma"/>
                <a:ea typeface="Tahoma"/>
                <a:cs typeface="Tahoma"/>
                <a:sym typeface="Tahoma"/>
              </a:rPr>
              <a:t> </a:t>
            </a:r>
            <a:endParaRPr>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SMART Verification</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Specific: focuses on transaction reliability  |  Measurable: quantified by success rate and exception counts  |  Attainable: testable within the project scope  |  Realistic: aligns with the iBank implementation  |  Timely: bounded by Summer 2026 (Doran, 1981) [3]</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1C1C1C"/>
                </a:solidFill>
                <a:latin typeface="Tahoma"/>
                <a:ea typeface="Tahoma"/>
                <a:cs typeface="Tahoma"/>
                <a:sym typeface="Tahoma"/>
              </a:rPr>
              <a:t>The GQM structure follows the Goal → Question → Metric hierarchy proposed by Basili &amp; Weiss (1984)[2]</a:t>
            </a:r>
            <a:endParaRPr b="1">
              <a:solidFill>
                <a:srgbClr val="1C1C1C"/>
              </a:solidFill>
              <a:latin typeface="Tahoma"/>
              <a:ea typeface="Tahoma"/>
              <a:cs typeface="Tahoma"/>
              <a:sym typeface="Tahoma"/>
            </a:endParaRPr>
          </a:p>
          <a:p>
            <a:pPr indent="0" lvl="0" marL="0" marR="0" rtl="0" algn="just">
              <a:spcBef>
                <a:spcPts val="0"/>
              </a:spcBef>
              <a:spcAft>
                <a:spcPts val="0"/>
              </a:spcAft>
              <a:buClr>
                <a:srgbClr val="1C1C1C"/>
              </a:buClr>
              <a:buSzPts val="2000"/>
              <a:buFont typeface="Arial"/>
              <a:buNone/>
            </a:pPr>
            <a:r>
              <a:t/>
            </a:r>
            <a:endParaRPr b="1">
              <a:solidFill>
                <a:srgbClr val="7B1432"/>
              </a:solidFill>
              <a:latin typeface="Tahoma"/>
              <a:ea typeface="Tahoma"/>
              <a:cs typeface="Tahoma"/>
              <a:sym typeface="Tahoma"/>
            </a:endParaRPr>
          </a:p>
        </p:txBody>
      </p:sp>
      <p:sp>
        <p:nvSpPr>
          <p:cNvPr id="267" name="Google Shape;267;p45"/>
          <p:cNvSpPr txBox="1"/>
          <p:nvPr/>
        </p:nvSpPr>
        <p:spPr>
          <a:xfrm>
            <a:off x="588963" y="178594"/>
            <a:ext cx="80916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Problem 2: GQM Goal Statement</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6"/>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46"/>
          <p:cNvSpPr txBox="1"/>
          <p:nvPr/>
        </p:nvSpPr>
        <p:spPr>
          <a:xfrm>
            <a:off x="303225" y="788675"/>
            <a:ext cx="8751600" cy="40236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Q1: </a:t>
            </a:r>
            <a:r>
              <a:rPr b="1" lang="en-CA">
                <a:solidFill>
                  <a:srgbClr val="1C1C1C"/>
                </a:solidFill>
                <a:latin typeface="Tahoma"/>
                <a:ea typeface="Tahoma"/>
                <a:cs typeface="Tahoma"/>
                <a:sym typeface="Tahoma"/>
              </a:rPr>
              <a:t>How often do transactions complete successfully without triggering an exception or error?</a:t>
            </a:r>
            <a:endParaRPr b="1">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Metric: Transaction success rate (%) — Ratio scale, objective</a:t>
            </a:r>
            <a:endParaRPr i="1">
              <a:solidFill>
                <a:srgbClr val="555555"/>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Why: A higher success rate indicates greater transaction reliability and system robustness.</a:t>
            </a:r>
            <a:endParaRPr i="1">
              <a:solidFill>
                <a:srgbClr val="555555"/>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Q2: </a:t>
            </a:r>
            <a:r>
              <a:rPr b="1" lang="en-CA">
                <a:solidFill>
                  <a:srgbClr val="1C1C1C"/>
                </a:solidFill>
                <a:latin typeface="Tahoma"/>
                <a:ea typeface="Tahoma"/>
                <a:cs typeface="Tahoma"/>
                <a:sym typeface="Tahoma"/>
              </a:rPr>
              <a:t>How many distinct exception types does iBank Concordia handle explicitly (e.g. insufficient funds, wrong PIN, timeout)?</a:t>
            </a:r>
            <a:endParaRPr b="1">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Metric: Count of handled exception types — Absolute scale, objective</a:t>
            </a:r>
            <a:endParaRPr i="1">
              <a:solidFill>
                <a:srgbClr val="555555"/>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Why: Explicit exception handling improves fault tolerance and user experience.</a:t>
            </a:r>
            <a:endParaRPr i="1">
              <a:solidFill>
                <a:srgbClr val="555555"/>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Q3: </a:t>
            </a:r>
            <a:r>
              <a:rPr b="1" lang="en-CA">
                <a:solidFill>
                  <a:srgbClr val="1C1C1C"/>
                </a:solidFill>
                <a:latin typeface="Tahoma"/>
                <a:ea typeface="Tahoma"/>
                <a:cs typeface="Tahoma"/>
                <a:sym typeface="Tahoma"/>
              </a:rPr>
              <a:t>Are iBank Concordia error messages clear enough that a student user understands what went wrong and what to do next?</a:t>
            </a:r>
            <a:endParaRPr b="1">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Metric: Error message helpfulness score (0–3 rubric per message) — Ordinal scale,subjective</a:t>
            </a:r>
            <a:endParaRPr i="1">
              <a:solidFill>
                <a:srgbClr val="555555"/>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Why: Helpful error messages reduce user confusion and improve usability. </a:t>
            </a:r>
            <a:endParaRPr i="1">
              <a:solidFill>
                <a:srgbClr val="555555"/>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Q4: </a:t>
            </a:r>
            <a:r>
              <a:rPr b="1" lang="en-CA">
                <a:solidFill>
                  <a:srgbClr val="1C1C1C"/>
                </a:solidFill>
                <a:latin typeface="Tahoma"/>
                <a:ea typeface="Tahoma"/>
                <a:cs typeface="Tahoma"/>
                <a:sym typeface="Tahoma"/>
              </a:rPr>
              <a:t>How many interaction steps does a student need to complete a standard withdrawal, and does the process remain within the target usability threshold of ≤ 5 interaction steps?</a:t>
            </a:r>
            <a:endParaRPr b="1">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Metric: Average number of steps per transaction — Ratio scale, objective</a:t>
            </a:r>
            <a:endParaRPr i="1">
              <a:solidFill>
                <a:srgbClr val="555555"/>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a:solidFill>
                  <a:srgbClr val="555555"/>
                </a:solidFill>
                <a:latin typeface="Tahoma"/>
                <a:ea typeface="Tahoma"/>
                <a:cs typeface="Tahoma"/>
                <a:sym typeface="Tahoma"/>
              </a:rPr>
              <a:t> Why: Fewer interaction steps improve efficiency and reduce user effort.</a:t>
            </a:r>
            <a:endParaRPr i="1">
              <a:solidFill>
                <a:srgbClr val="555555"/>
              </a:solidFill>
              <a:latin typeface="Tahoma"/>
              <a:ea typeface="Tahoma"/>
              <a:cs typeface="Tahoma"/>
              <a:sym typeface="Tahoma"/>
            </a:endParaRPr>
          </a:p>
          <a:p>
            <a:pPr indent="0" lvl="0" marL="0" marR="0" rtl="0" algn="just">
              <a:spcBef>
                <a:spcPts val="0"/>
              </a:spcBef>
              <a:spcAft>
                <a:spcPts val="0"/>
              </a:spcAft>
              <a:buClr>
                <a:srgbClr val="1C1C1C"/>
              </a:buClr>
              <a:buSzPts val="2000"/>
              <a:buFont typeface="Arial"/>
              <a:buNone/>
            </a:pPr>
            <a:r>
              <a:t/>
            </a:r>
            <a:endParaRPr b="1">
              <a:solidFill>
                <a:srgbClr val="7B1432"/>
              </a:solidFill>
              <a:latin typeface="Tahoma"/>
              <a:ea typeface="Tahoma"/>
              <a:cs typeface="Tahoma"/>
              <a:sym typeface="Tahoma"/>
            </a:endParaRPr>
          </a:p>
        </p:txBody>
      </p:sp>
      <p:sp>
        <p:nvSpPr>
          <p:cNvPr id="274" name="Google Shape;274;p46"/>
          <p:cNvSpPr txBox="1"/>
          <p:nvPr/>
        </p:nvSpPr>
        <p:spPr>
          <a:xfrm>
            <a:off x="588963" y="178594"/>
            <a:ext cx="80916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Problem 2: GQM Goal Statement</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7"/>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47"/>
          <p:cNvSpPr txBox="1"/>
          <p:nvPr/>
        </p:nvSpPr>
        <p:spPr>
          <a:xfrm>
            <a:off x="963299" y="788676"/>
            <a:ext cx="7583400" cy="244800"/>
          </a:xfrm>
          <a:prstGeom prst="rect">
            <a:avLst/>
          </a:prstGeom>
          <a:noFill/>
          <a:ln>
            <a:noFill/>
          </a:ln>
        </p:spPr>
        <p:txBody>
          <a:bodyPr anchorCtr="0" anchor="t" bIns="44975" lIns="90000" spcFirstLastPara="1" rIns="90000" wrap="square" tIns="44975">
            <a:spAutoFit/>
          </a:bodyPr>
          <a:lstStyle/>
          <a:p>
            <a:pPr indent="0" lvl="0" marL="0" marR="0" rtl="0" algn="just">
              <a:spcBef>
                <a:spcPts val="0"/>
              </a:spcBef>
              <a:spcAft>
                <a:spcPts val="0"/>
              </a:spcAft>
              <a:buClr>
                <a:srgbClr val="1C1C1C"/>
              </a:buClr>
              <a:buSzPts val="2000"/>
              <a:buFont typeface="Arial"/>
              <a:buNone/>
            </a:pPr>
            <a:r>
              <a:t/>
            </a:r>
            <a:endParaRPr b="1" sz="1000">
              <a:solidFill>
                <a:srgbClr val="7B1432"/>
              </a:solidFill>
              <a:latin typeface="Tahoma"/>
              <a:ea typeface="Tahoma"/>
              <a:cs typeface="Tahoma"/>
              <a:sym typeface="Tahoma"/>
            </a:endParaRPr>
          </a:p>
        </p:txBody>
      </p:sp>
      <p:sp>
        <p:nvSpPr>
          <p:cNvPr id="281" name="Google Shape;281;p47"/>
          <p:cNvSpPr txBox="1"/>
          <p:nvPr/>
        </p:nvSpPr>
        <p:spPr>
          <a:xfrm>
            <a:off x="588975" y="178597"/>
            <a:ext cx="8091600" cy="5541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rgbClr val="FFFFFF"/>
                </a:solidFill>
                <a:latin typeface="Tahoma"/>
                <a:ea typeface="Tahoma"/>
                <a:cs typeface="Tahoma"/>
                <a:sym typeface="Tahoma"/>
              </a:rPr>
              <a:t>Problem 3: Use Case Model</a:t>
            </a:r>
            <a:endParaRPr sz="3600">
              <a:solidFill>
                <a:srgbClr val="FFFFFF"/>
              </a:solidFill>
              <a:latin typeface="Tahoma"/>
              <a:ea typeface="Tahoma"/>
              <a:cs typeface="Tahoma"/>
              <a:sym typeface="Tahoma"/>
            </a:endParaRPr>
          </a:p>
        </p:txBody>
      </p:sp>
      <p:pic>
        <p:nvPicPr>
          <p:cNvPr id="282" name="Google Shape;282;p47" title="use_case_model_group_D.drawio (1).png"/>
          <p:cNvPicPr preferRelativeResize="0"/>
          <p:nvPr/>
        </p:nvPicPr>
        <p:blipFill>
          <a:blip r:embed="rId4">
            <a:alphaModFix/>
          </a:blip>
          <a:stretch>
            <a:fillRect/>
          </a:stretch>
        </p:blipFill>
        <p:spPr>
          <a:xfrm>
            <a:off x="132375" y="788675"/>
            <a:ext cx="4316225" cy="3953850"/>
          </a:xfrm>
          <a:prstGeom prst="rect">
            <a:avLst/>
          </a:prstGeom>
          <a:noFill/>
          <a:ln>
            <a:noFill/>
          </a:ln>
        </p:spPr>
      </p:pic>
      <p:sp>
        <p:nvSpPr>
          <p:cNvPr id="283" name="Google Shape;283;p47"/>
          <p:cNvSpPr txBox="1"/>
          <p:nvPr/>
        </p:nvSpPr>
        <p:spPr>
          <a:xfrm>
            <a:off x="4448600" y="788675"/>
            <a:ext cx="4517400" cy="3374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CA">
                <a:solidFill>
                  <a:srgbClr val="7B1432"/>
                </a:solidFill>
                <a:latin typeface="Tahoma"/>
                <a:ea typeface="Tahoma"/>
                <a:cs typeface="Tahoma"/>
                <a:sym typeface="Tahoma"/>
              </a:rPr>
              <a:t>Use Case Model Explanation</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None/>
            </a:pPr>
            <a:r>
              <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None/>
            </a:pPr>
            <a:r>
              <a:rPr lang="en-CA">
                <a:solidFill>
                  <a:srgbClr val="1C1C1C"/>
                </a:solidFill>
                <a:latin typeface="Tahoma"/>
                <a:ea typeface="Tahoma"/>
                <a:cs typeface="Tahoma"/>
                <a:sym typeface="Tahoma"/>
              </a:rPr>
              <a:t>This use case model</a:t>
            </a:r>
            <a:r>
              <a:rPr baseline="30000" lang="en-CA">
                <a:solidFill>
                  <a:srgbClr val="1C1C1C"/>
                </a:solidFill>
                <a:latin typeface="Tahoma"/>
                <a:ea typeface="Tahoma"/>
                <a:cs typeface="Tahoma"/>
                <a:sym typeface="Tahoma"/>
              </a:rPr>
              <a:t>[11]</a:t>
            </a:r>
            <a:r>
              <a:rPr lang="en-CA">
                <a:solidFill>
                  <a:srgbClr val="1C1C1C"/>
                </a:solidFill>
                <a:latin typeface="Tahoma"/>
                <a:ea typeface="Tahoma"/>
                <a:cs typeface="Tahoma"/>
                <a:sym typeface="Tahoma"/>
              </a:rPr>
              <a:t> defines the functional scope of iBank Concordia ABM System. This system is designed as a Concordia University based ABM software simulation for campus users. Concordia users can use this system to authenticate*, withdraw cash, check balance, transfer funds, deposit cheques, change PIN and pay tuition.</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None/>
            </a:pPr>
            <a:r>
              <a:rPr lang="en-CA">
                <a:solidFill>
                  <a:srgbClr val="1C1C1C"/>
                </a:solidFill>
                <a:latin typeface="Tahoma"/>
                <a:ea typeface="Tahoma"/>
                <a:cs typeface="Tahoma"/>
                <a:sym typeface="Tahoma"/>
              </a:rPr>
              <a:t>The simulated Banking System supports normal banking operations, and the simulated Concordia Billing System supports the pay tuition operation.**</a:t>
            </a:r>
            <a:endParaRPr>
              <a:solidFill>
                <a:srgbClr val="1C1C1C"/>
              </a:solidFill>
              <a:latin typeface="Tahoma"/>
              <a:ea typeface="Tahoma"/>
              <a:cs typeface="Tahoma"/>
              <a:sym typeface="Tahoma"/>
            </a:endParaRPr>
          </a:p>
        </p:txBody>
      </p:sp>
      <p:sp>
        <p:nvSpPr>
          <p:cNvPr id="284" name="Google Shape;284;p47"/>
          <p:cNvSpPr txBox="1"/>
          <p:nvPr/>
        </p:nvSpPr>
        <p:spPr>
          <a:xfrm>
            <a:off x="3424575" y="4067325"/>
            <a:ext cx="5509500" cy="98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100">
                <a:solidFill>
                  <a:srgbClr val="1C1C1C"/>
                </a:solidFill>
                <a:latin typeface="Tahoma"/>
                <a:ea typeface="Tahoma"/>
                <a:cs typeface="Tahoma"/>
                <a:sym typeface="Tahoma"/>
              </a:rPr>
              <a:t>* </a:t>
            </a:r>
            <a:r>
              <a:rPr lang="en-CA" sz="1100">
                <a:solidFill>
                  <a:srgbClr val="1C1C1C"/>
                </a:solidFill>
                <a:latin typeface="Tahoma"/>
                <a:ea typeface="Tahoma"/>
                <a:cs typeface="Tahoma"/>
                <a:sym typeface="Tahoma"/>
              </a:rPr>
              <a:t>Authentication is treated as a precondition for all user-initiated banking transactions. ** The model does not include real banking network integration, real ABM hardware, or live Concordia billing integration.</a:t>
            </a:r>
            <a:r>
              <a:rPr lang="en-CA"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8"/>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48"/>
          <p:cNvSpPr txBox="1"/>
          <p:nvPr/>
        </p:nvSpPr>
        <p:spPr>
          <a:xfrm>
            <a:off x="963299" y="788676"/>
            <a:ext cx="7583400" cy="244800"/>
          </a:xfrm>
          <a:prstGeom prst="rect">
            <a:avLst/>
          </a:prstGeom>
          <a:noFill/>
          <a:ln>
            <a:noFill/>
          </a:ln>
        </p:spPr>
        <p:txBody>
          <a:bodyPr anchorCtr="0" anchor="t" bIns="44975" lIns="90000" spcFirstLastPara="1" rIns="90000" wrap="square" tIns="44975">
            <a:spAutoFit/>
          </a:bodyPr>
          <a:lstStyle/>
          <a:p>
            <a:pPr indent="0" lvl="0" marL="0" marR="0" rtl="0" algn="just">
              <a:spcBef>
                <a:spcPts val="0"/>
              </a:spcBef>
              <a:spcAft>
                <a:spcPts val="0"/>
              </a:spcAft>
              <a:buClr>
                <a:srgbClr val="1C1C1C"/>
              </a:buClr>
              <a:buSzPts val="2000"/>
              <a:buFont typeface="Arial"/>
              <a:buNone/>
            </a:pPr>
            <a:r>
              <a:t/>
            </a:r>
            <a:endParaRPr b="1" sz="1000">
              <a:solidFill>
                <a:srgbClr val="7B1432"/>
              </a:solidFill>
              <a:latin typeface="Tahoma"/>
              <a:ea typeface="Tahoma"/>
              <a:cs typeface="Tahoma"/>
              <a:sym typeface="Tahoma"/>
            </a:endParaRPr>
          </a:p>
        </p:txBody>
      </p:sp>
      <p:sp>
        <p:nvSpPr>
          <p:cNvPr id="291" name="Google Shape;291;p48"/>
          <p:cNvSpPr txBox="1"/>
          <p:nvPr/>
        </p:nvSpPr>
        <p:spPr>
          <a:xfrm>
            <a:off x="588975" y="178597"/>
            <a:ext cx="8091600" cy="5541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rgbClr val="FFFFFF"/>
                </a:solidFill>
                <a:latin typeface="Tahoma"/>
                <a:ea typeface="Tahoma"/>
                <a:cs typeface="Tahoma"/>
                <a:sym typeface="Tahoma"/>
              </a:rPr>
              <a:t>Problem 3: Use Case Model (Cont’d)</a:t>
            </a:r>
            <a:endParaRPr sz="3600">
              <a:solidFill>
                <a:srgbClr val="FFFFFF"/>
              </a:solidFill>
              <a:latin typeface="Tahoma"/>
              <a:ea typeface="Tahoma"/>
              <a:cs typeface="Tahoma"/>
              <a:sym typeface="Tahoma"/>
            </a:endParaRPr>
          </a:p>
        </p:txBody>
      </p:sp>
      <p:pic>
        <p:nvPicPr>
          <p:cNvPr id="292" name="Google Shape;292;p48" title="use_case_model_group_D.drawio (1).png"/>
          <p:cNvPicPr preferRelativeResize="0"/>
          <p:nvPr/>
        </p:nvPicPr>
        <p:blipFill>
          <a:blip r:embed="rId4">
            <a:alphaModFix/>
          </a:blip>
          <a:stretch>
            <a:fillRect/>
          </a:stretch>
        </p:blipFill>
        <p:spPr>
          <a:xfrm>
            <a:off x="227275" y="952775"/>
            <a:ext cx="4316225" cy="3953850"/>
          </a:xfrm>
          <a:prstGeom prst="rect">
            <a:avLst/>
          </a:prstGeom>
          <a:noFill/>
          <a:ln>
            <a:noFill/>
          </a:ln>
        </p:spPr>
      </p:pic>
      <p:sp>
        <p:nvSpPr>
          <p:cNvPr id="293" name="Google Shape;293;p48"/>
          <p:cNvSpPr txBox="1"/>
          <p:nvPr/>
        </p:nvSpPr>
        <p:spPr>
          <a:xfrm>
            <a:off x="4448600" y="788675"/>
            <a:ext cx="4517400" cy="3621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CA">
                <a:solidFill>
                  <a:srgbClr val="7B1432"/>
                </a:solidFill>
                <a:latin typeface="Tahoma"/>
                <a:ea typeface="Tahoma"/>
                <a:cs typeface="Tahoma"/>
                <a:sym typeface="Tahoma"/>
              </a:rPr>
              <a:t>Actor Definition</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None/>
            </a:pPr>
            <a:r>
              <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None/>
            </a:pPr>
            <a:r>
              <a:rPr lang="en-CA">
                <a:solidFill>
                  <a:srgbClr val="1C1C1C"/>
                </a:solidFill>
                <a:latin typeface="Tahoma"/>
                <a:ea typeface="Tahoma"/>
                <a:cs typeface="Tahoma"/>
                <a:sym typeface="Tahoma"/>
              </a:rPr>
              <a:t>Actor 1 (Concordia User): An authorized Concordia student, </a:t>
            </a:r>
            <a:r>
              <a:rPr lang="en-CA">
                <a:solidFill>
                  <a:srgbClr val="1C1C1C"/>
                </a:solidFill>
                <a:latin typeface="Tahoma"/>
                <a:ea typeface="Tahoma"/>
                <a:cs typeface="Tahoma"/>
                <a:sym typeface="Tahoma"/>
              </a:rPr>
              <a:t>faculty member or staff* who uses iBank through a simulated bank account.</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None/>
            </a:pPr>
            <a:r>
              <a:rPr lang="en-CA">
                <a:solidFill>
                  <a:srgbClr val="1C1C1C"/>
                </a:solidFill>
                <a:latin typeface="Tahoma"/>
                <a:ea typeface="Tahoma"/>
                <a:cs typeface="Tahoma"/>
                <a:sym typeface="Tahoma"/>
              </a:rPr>
              <a:t>Actor 2 (Simulated Banking System</a:t>
            </a:r>
            <a:r>
              <a:rPr baseline="30000" lang="en-CA">
                <a:solidFill>
                  <a:srgbClr val="1C1C1C"/>
                </a:solidFill>
                <a:latin typeface="Tahoma"/>
                <a:ea typeface="Tahoma"/>
                <a:cs typeface="Tahoma"/>
                <a:sym typeface="Tahoma"/>
              </a:rPr>
              <a:t>[12]</a:t>
            </a:r>
            <a:r>
              <a:rPr lang="en-CA">
                <a:solidFill>
                  <a:srgbClr val="1C1C1C"/>
                </a:solidFill>
                <a:latin typeface="Tahoma"/>
                <a:ea typeface="Tahoma"/>
                <a:cs typeface="Tahoma"/>
                <a:sym typeface="Tahoma"/>
              </a:rPr>
              <a:t>): A mock external banking backend, which validates users, retrieves / updates balances, records deposits/transfers and changes PIN.</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None/>
            </a:pPr>
            <a:r>
              <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None/>
            </a:pPr>
            <a:r>
              <a:rPr lang="en-CA">
                <a:solidFill>
                  <a:srgbClr val="1C1C1C"/>
                </a:solidFill>
                <a:latin typeface="Tahoma"/>
                <a:ea typeface="Tahoma"/>
                <a:cs typeface="Tahoma"/>
                <a:sym typeface="Tahoma"/>
              </a:rPr>
              <a:t>Actor 3 (Simulated Concordia Billing System): A mock external campus billing system that can simulate tuition / fee payment.</a:t>
            </a:r>
            <a:endParaRPr>
              <a:solidFill>
                <a:srgbClr val="1C1C1C"/>
              </a:solidFill>
              <a:latin typeface="Tahoma"/>
              <a:ea typeface="Tahoma"/>
              <a:cs typeface="Tahoma"/>
              <a:sym typeface="Tahoma"/>
            </a:endParaRPr>
          </a:p>
        </p:txBody>
      </p:sp>
      <p:sp>
        <p:nvSpPr>
          <p:cNvPr id="294" name="Google Shape;294;p48"/>
          <p:cNvSpPr txBox="1"/>
          <p:nvPr/>
        </p:nvSpPr>
        <p:spPr>
          <a:xfrm>
            <a:off x="3257225" y="4212675"/>
            <a:ext cx="5814300" cy="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100">
                <a:solidFill>
                  <a:srgbClr val="1C1C1C"/>
                </a:solidFill>
                <a:latin typeface="Tahoma"/>
                <a:ea typeface="Tahoma"/>
                <a:cs typeface="Tahoma"/>
                <a:sym typeface="Tahoma"/>
              </a:rPr>
              <a:t>* For faculty member or staff, tuition payment will be replaced with fee payment instead</a:t>
            </a:r>
            <a:endParaRPr sz="11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9"/>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49"/>
          <p:cNvSpPr txBox="1"/>
          <p:nvPr/>
        </p:nvSpPr>
        <p:spPr>
          <a:xfrm>
            <a:off x="963299" y="788676"/>
            <a:ext cx="7583400" cy="244800"/>
          </a:xfrm>
          <a:prstGeom prst="rect">
            <a:avLst/>
          </a:prstGeom>
          <a:noFill/>
          <a:ln>
            <a:noFill/>
          </a:ln>
        </p:spPr>
        <p:txBody>
          <a:bodyPr anchorCtr="0" anchor="t" bIns="44975" lIns="90000" spcFirstLastPara="1" rIns="90000" wrap="square" tIns="44975">
            <a:spAutoFit/>
          </a:bodyPr>
          <a:lstStyle/>
          <a:p>
            <a:pPr indent="0" lvl="0" marL="0" marR="0" rtl="0" algn="just">
              <a:spcBef>
                <a:spcPts val="0"/>
              </a:spcBef>
              <a:spcAft>
                <a:spcPts val="0"/>
              </a:spcAft>
              <a:buClr>
                <a:srgbClr val="1C1C1C"/>
              </a:buClr>
              <a:buSzPts val="2000"/>
              <a:buFont typeface="Arial"/>
              <a:buNone/>
            </a:pPr>
            <a:r>
              <a:t/>
            </a:r>
            <a:endParaRPr b="1" sz="1000">
              <a:solidFill>
                <a:srgbClr val="7B1432"/>
              </a:solidFill>
              <a:latin typeface="Tahoma"/>
              <a:ea typeface="Tahoma"/>
              <a:cs typeface="Tahoma"/>
              <a:sym typeface="Tahoma"/>
            </a:endParaRPr>
          </a:p>
        </p:txBody>
      </p:sp>
      <p:sp>
        <p:nvSpPr>
          <p:cNvPr id="301" name="Google Shape;301;p49"/>
          <p:cNvSpPr txBox="1"/>
          <p:nvPr/>
        </p:nvSpPr>
        <p:spPr>
          <a:xfrm>
            <a:off x="588975" y="178597"/>
            <a:ext cx="8091600" cy="5541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chemeClr val="lt1"/>
                </a:solidFill>
                <a:latin typeface="Tahoma"/>
                <a:ea typeface="Tahoma"/>
                <a:cs typeface="Tahoma"/>
                <a:sym typeface="Tahoma"/>
              </a:rPr>
              <a:t>Problem 3: Use Case Model (Cont’d)</a:t>
            </a:r>
            <a:endParaRPr sz="3600">
              <a:solidFill>
                <a:srgbClr val="FFFFFF"/>
              </a:solidFill>
              <a:latin typeface="Tahoma"/>
              <a:ea typeface="Tahoma"/>
              <a:cs typeface="Tahoma"/>
              <a:sym typeface="Tahoma"/>
            </a:endParaRPr>
          </a:p>
        </p:txBody>
      </p:sp>
      <p:sp>
        <p:nvSpPr>
          <p:cNvPr id="302" name="Google Shape;302;p49"/>
          <p:cNvSpPr txBox="1"/>
          <p:nvPr/>
        </p:nvSpPr>
        <p:spPr>
          <a:xfrm>
            <a:off x="303000" y="633275"/>
            <a:ext cx="86631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CA">
                <a:solidFill>
                  <a:srgbClr val="7B1432"/>
                </a:solidFill>
                <a:latin typeface="Tahoma"/>
                <a:ea typeface="Tahoma"/>
                <a:cs typeface="Tahoma"/>
                <a:sym typeface="Tahoma"/>
              </a:rPr>
              <a:t>Actor Definition</a:t>
            </a:r>
            <a:endParaRPr>
              <a:solidFill>
                <a:srgbClr val="1C1C1C"/>
              </a:solidFill>
              <a:latin typeface="Tahoma"/>
              <a:ea typeface="Tahoma"/>
              <a:cs typeface="Tahoma"/>
              <a:sym typeface="Tahoma"/>
            </a:endParaRPr>
          </a:p>
        </p:txBody>
      </p:sp>
      <p:graphicFrame>
        <p:nvGraphicFramePr>
          <p:cNvPr id="303" name="Google Shape;303;p49"/>
          <p:cNvGraphicFramePr/>
          <p:nvPr/>
        </p:nvGraphicFramePr>
        <p:xfrm>
          <a:off x="303000" y="942375"/>
          <a:ext cx="3000000" cy="3000000"/>
        </p:xfrm>
        <a:graphic>
          <a:graphicData uri="http://schemas.openxmlformats.org/drawingml/2006/table">
            <a:tbl>
              <a:tblPr>
                <a:noFill/>
                <a:tableStyleId>{24E3BB1B-D85F-470A-86A8-5E0FFF55587D}</a:tableStyleId>
              </a:tblPr>
              <a:tblGrid>
                <a:gridCol w="1920025"/>
                <a:gridCol w="6743075"/>
              </a:tblGrid>
              <a:tr h="447475">
                <a:tc>
                  <a:txBody>
                    <a:bodyPr/>
                    <a:lstStyle/>
                    <a:p>
                      <a:pPr indent="0" lvl="0" marL="0" rtl="0" algn="l">
                        <a:spcBef>
                          <a:spcPts val="0"/>
                        </a:spcBef>
                        <a:spcAft>
                          <a:spcPts val="0"/>
                        </a:spcAft>
                        <a:buNone/>
                      </a:pPr>
                      <a:r>
                        <a:rPr lang="en-CA" sz="1200"/>
                        <a:t>Use case</a:t>
                      </a:r>
                      <a:endParaRPr sz="1200"/>
                    </a:p>
                  </a:txBody>
                  <a:tcPr marT="91425" marB="91425" marR="91425" marL="91425"/>
                </a:tc>
                <a:tc>
                  <a:txBody>
                    <a:bodyPr/>
                    <a:lstStyle/>
                    <a:p>
                      <a:pPr indent="0" lvl="0" marL="0" rtl="0" algn="l">
                        <a:spcBef>
                          <a:spcPts val="0"/>
                        </a:spcBef>
                        <a:spcAft>
                          <a:spcPts val="0"/>
                        </a:spcAft>
                        <a:buNone/>
                      </a:pPr>
                      <a:r>
                        <a:rPr lang="en-CA" sz="1200"/>
                        <a:t>Definition</a:t>
                      </a:r>
                      <a:endParaRPr sz="1200"/>
                    </a:p>
                  </a:txBody>
                  <a:tcPr marT="91425" marB="91425" marR="91425" marL="91425"/>
                </a:tc>
              </a:tr>
              <a:tr h="430300">
                <a:tc>
                  <a:txBody>
                    <a:bodyPr/>
                    <a:lstStyle/>
                    <a:p>
                      <a:pPr indent="0" lvl="0" marL="0" rtl="0" algn="l">
                        <a:spcBef>
                          <a:spcPts val="0"/>
                        </a:spcBef>
                        <a:spcAft>
                          <a:spcPts val="0"/>
                        </a:spcAft>
                        <a:buNone/>
                      </a:pPr>
                      <a:r>
                        <a:rPr lang="en-CA" sz="1200"/>
                        <a:t>Authenticate User</a:t>
                      </a:r>
                      <a:endParaRPr sz="1200"/>
                    </a:p>
                  </a:txBody>
                  <a:tcPr marT="91425" marB="91425" marR="91425" marL="91425"/>
                </a:tc>
                <a:tc>
                  <a:txBody>
                    <a:bodyPr/>
                    <a:lstStyle/>
                    <a:p>
                      <a:pPr indent="0" lvl="0" marL="0" rtl="0" algn="l">
                        <a:spcBef>
                          <a:spcPts val="0"/>
                        </a:spcBef>
                        <a:spcAft>
                          <a:spcPts val="0"/>
                        </a:spcAft>
                        <a:buNone/>
                      </a:pPr>
                      <a:r>
                        <a:rPr lang="en-CA" sz="1200"/>
                        <a:t>Verify the user’s account credentials and 4-digit PIN before all other user cases.</a:t>
                      </a:r>
                      <a:endParaRPr sz="1200"/>
                    </a:p>
                  </a:txBody>
                  <a:tcPr marT="91425" marB="91425" marR="91425" marL="91425"/>
                </a:tc>
              </a:tr>
              <a:tr h="430300">
                <a:tc>
                  <a:txBody>
                    <a:bodyPr/>
                    <a:lstStyle/>
                    <a:p>
                      <a:pPr indent="0" lvl="0" marL="0" rtl="0" algn="l">
                        <a:spcBef>
                          <a:spcPts val="0"/>
                        </a:spcBef>
                        <a:spcAft>
                          <a:spcPts val="0"/>
                        </a:spcAft>
                        <a:buNone/>
                      </a:pPr>
                      <a:r>
                        <a:rPr lang="en-CA" sz="1200"/>
                        <a:t>Withdraw Cas</a:t>
                      </a:r>
                      <a:r>
                        <a:rPr lang="en-CA" sz="1200"/>
                        <a:t>h</a:t>
                      </a:r>
                      <a:endParaRPr sz="1200"/>
                    </a:p>
                  </a:txBody>
                  <a:tcPr marT="91425" marB="91425" marR="91425" marL="91425"/>
                </a:tc>
                <a:tc>
                  <a:txBody>
                    <a:bodyPr/>
                    <a:lstStyle/>
                    <a:p>
                      <a:pPr indent="0" lvl="0" marL="0" rtl="0" algn="l">
                        <a:spcBef>
                          <a:spcPts val="0"/>
                        </a:spcBef>
                        <a:spcAft>
                          <a:spcPts val="0"/>
                        </a:spcAft>
                        <a:buNone/>
                      </a:pPr>
                      <a:r>
                        <a:rPr lang="en-CA" sz="1200"/>
                        <a:t>Allow an authenticated user to simulate withdrawing Canadian dollars from an eligible account.</a:t>
                      </a:r>
                      <a:endParaRPr sz="1200"/>
                    </a:p>
                  </a:txBody>
                  <a:tcPr marT="91425" marB="91425" marR="91425" marL="91425"/>
                </a:tc>
              </a:tr>
              <a:tr h="430300">
                <a:tc>
                  <a:txBody>
                    <a:bodyPr/>
                    <a:lstStyle/>
                    <a:p>
                      <a:pPr indent="0" lvl="0" marL="0" rtl="0" algn="l">
                        <a:spcBef>
                          <a:spcPts val="0"/>
                        </a:spcBef>
                        <a:spcAft>
                          <a:spcPts val="0"/>
                        </a:spcAft>
                        <a:buNone/>
                      </a:pPr>
                      <a:r>
                        <a:rPr lang="en-CA" sz="1200"/>
                        <a:t>Balance Inquiry</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CA" sz="1200">
                          <a:solidFill>
                            <a:schemeClr val="dk1"/>
                          </a:solidFill>
                        </a:rPr>
                        <a:t>Allow an authenticated user to simulate checking the balance from an eligible account.</a:t>
                      </a:r>
                      <a:endParaRPr sz="1200"/>
                    </a:p>
                  </a:txBody>
                  <a:tcPr marT="91425" marB="91425" marR="91425" marL="91425"/>
                </a:tc>
              </a:tr>
              <a:tr h="430300">
                <a:tc>
                  <a:txBody>
                    <a:bodyPr/>
                    <a:lstStyle/>
                    <a:p>
                      <a:pPr indent="0" lvl="0" marL="0" rtl="0" algn="l">
                        <a:spcBef>
                          <a:spcPts val="0"/>
                        </a:spcBef>
                        <a:spcAft>
                          <a:spcPts val="0"/>
                        </a:spcAft>
                        <a:buNone/>
                      </a:pPr>
                      <a:r>
                        <a:rPr lang="en-CA" sz="1200"/>
                        <a:t>Transfer funds</a:t>
                      </a:r>
                      <a:endParaRPr sz="1200"/>
                    </a:p>
                  </a:txBody>
                  <a:tcPr marT="91425" marB="91425" marR="91425" marL="91425"/>
                </a:tc>
                <a:tc>
                  <a:txBody>
                    <a:bodyPr/>
                    <a:lstStyle/>
                    <a:p>
                      <a:pPr indent="0" lvl="0" marL="0" rtl="0" algn="l">
                        <a:spcBef>
                          <a:spcPts val="0"/>
                        </a:spcBef>
                        <a:spcAft>
                          <a:spcPts val="0"/>
                        </a:spcAft>
                        <a:buNone/>
                      </a:pPr>
                      <a:r>
                        <a:rPr lang="en-CA" sz="1200"/>
                        <a:t>Allow an authenticated user to simulate transferring money between eligible accounts in the simulated banking system</a:t>
                      </a:r>
                      <a:endParaRPr sz="1200"/>
                    </a:p>
                  </a:txBody>
                  <a:tcPr marT="91425" marB="91425" marR="91425" marL="91425"/>
                </a:tc>
              </a:tr>
              <a:tr h="430300">
                <a:tc>
                  <a:txBody>
                    <a:bodyPr/>
                    <a:lstStyle/>
                    <a:p>
                      <a:pPr indent="0" lvl="0" marL="0" rtl="0" algn="l">
                        <a:spcBef>
                          <a:spcPts val="0"/>
                        </a:spcBef>
                        <a:spcAft>
                          <a:spcPts val="0"/>
                        </a:spcAft>
                        <a:buNone/>
                      </a:pPr>
                      <a:r>
                        <a:rPr lang="en-CA" sz="1200"/>
                        <a:t>Deposit Cheque</a:t>
                      </a:r>
                      <a:endParaRPr sz="1200"/>
                    </a:p>
                  </a:txBody>
                  <a:tcPr marT="91425" marB="91425" marR="91425" marL="91425"/>
                </a:tc>
                <a:tc>
                  <a:txBody>
                    <a:bodyPr/>
                    <a:lstStyle/>
                    <a:p>
                      <a:pPr indent="0" lvl="0" marL="0" rtl="0" algn="l">
                        <a:spcBef>
                          <a:spcPts val="0"/>
                        </a:spcBef>
                        <a:spcAft>
                          <a:spcPts val="0"/>
                        </a:spcAft>
                        <a:buNone/>
                      </a:pPr>
                      <a:r>
                        <a:rPr lang="en-CA" sz="1200"/>
                        <a:t>Allow an authenticated user to </a:t>
                      </a:r>
                      <a:r>
                        <a:rPr lang="en-CA" sz="1200"/>
                        <a:t>simulate</a:t>
                      </a:r>
                      <a:r>
                        <a:rPr lang="en-CA" sz="1200"/>
                        <a:t> depositing cheque or cash to an eligible account</a:t>
                      </a:r>
                      <a:endParaRPr sz="1200"/>
                    </a:p>
                  </a:txBody>
                  <a:tcPr marT="91425" marB="91425" marR="91425" marL="91425"/>
                </a:tc>
              </a:tr>
              <a:tr h="430300">
                <a:tc>
                  <a:txBody>
                    <a:bodyPr/>
                    <a:lstStyle/>
                    <a:p>
                      <a:pPr indent="0" lvl="0" marL="0" rtl="0" algn="l">
                        <a:spcBef>
                          <a:spcPts val="0"/>
                        </a:spcBef>
                        <a:spcAft>
                          <a:spcPts val="0"/>
                        </a:spcAft>
                        <a:buNone/>
                      </a:pPr>
                      <a:r>
                        <a:rPr lang="en-CA" sz="1200"/>
                        <a:t>Change PIN</a:t>
                      </a:r>
                      <a:endParaRPr sz="1200"/>
                    </a:p>
                  </a:txBody>
                  <a:tcPr marT="91425" marB="91425" marR="91425" marL="91425"/>
                </a:tc>
                <a:tc>
                  <a:txBody>
                    <a:bodyPr/>
                    <a:lstStyle/>
                    <a:p>
                      <a:pPr indent="0" lvl="0" marL="0" rtl="0" algn="l">
                        <a:spcBef>
                          <a:spcPts val="0"/>
                        </a:spcBef>
                        <a:spcAft>
                          <a:spcPts val="0"/>
                        </a:spcAft>
                        <a:buNone/>
                      </a:pPr>
                      <a:r>
                        <a:rPr lang="en-CA" sz="1200"/>
                        <a:t>Allow an authenticated user to </a:t>
                      </a:r>
                      <a:r>
                        <a:rPr lang="en-CA" sz="1200"/>
                        <a:t>simulate</a:t>
                      </a:r>
                      <a:r>
                        <a:rPr lang="en-CA" sz="1200"/>
                        <a:t> updating his/her 4-digit PIN.</a:t>
                      </a:r>
                      <a:endParaRPr sz="1200"/>
                    </a:p>
                  </a:txBody>
                  <a:tcPr marT="91425" marB="91425" marR="91425" marL="91425"/>
                </a:tc>
              </a:tr>
              <a:tr h="430300">
                <a:tc>
                  <a:txBody>
                    <a:bodyPr/>
                    <a:lstStyle/>
                    <a:p>
                      <a:pPr indent="0" lvl="0" marL="0" rtl="0" algn="l">
                        <a:spcBef>
                          <a:spcPts val="0"/>
                        </a:spcBef>
                        <a:spcAft>
                          <a:spcPts val="0"/>
                        </a:spcAft>
                        <a:buNone/>
                      </a:pPr>
                      <a:r>
                        <a:rPr lang="en-CA" sz="1200"/>
                        <a:t>Pay Tuition</a:t>
                      </a:r>
                      <a:endParaRPr sz="1200"/>
                    </a:p>
                  </a:txBody>
                  <a:tcPr marT="91425" marB="91425" marR="91425" marL="91425"/>
                </a:tc>
                <a:tc>
                  <a:txBody>
                    <a:bodyPr/>
                    <a:lstStyle/>
                    <a:p>
                      <a:pPr indent="0" lvl="0" marL="0" rtl="0" algn="l">
                        <a:spcBef>
                          <a:spcPts val="0"/>
                        </a:spcBef>
                        <a:spcAft>
                          <a:spcPts val="0"/>
                        </a:spcAft>
                        <a:buNone/>
                      </a:pPr>
                      <a:r>
                        <a:rPr lang="en-CA" sz="1200"/>
                        <a:t>Allow an authenticated user to submit a simulated tuition / fee to the simulated concordia Billing System</a:t>
                      </a:r>
                      <a:endParaRPr sz="1200"/>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0"/>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50"/>
          <p:cNvSpPr txBox="1"/>
          <p:nvPr/>
        </p:nvSpPr>
        <p:spPr>
          <a:xfrm>
            <a:off x="963299" y="788676"/>
            <a:ext cx="7583400" cy="244800"/>
          </a:xfrm>
          <a:prstGeom prst="rect">
            <a:avLst/>
          </a:prstGeom>
          <a:noFill/>
          <a:ln>
            <a:noFill/>
          </a:ln>
        </p:spPr>
        <p:txBody>
          <a:bodyPr anchorCtr="0" anchor="t" bIns="44975" lIns="90000" spcFirstLastPara="1" rIns="90000" wrap="square" tIns="44975">
            <a:spAutoFit/>
          </a:bodyPr>
          <a:lstStyle/>
          <a:p>
            <a:pPr indent="0" lvl="0" marL="0" marR="0" rtl="0" algn="just">
              <a:spcBef>
                <a:spcPts val="0"/>
              </a:spcBef>
              <a:spcAft>
                <a:spcPts val="0"/>
              </a:spcAft>
              <a:buClr>
                <a:srgbClr val="1C1C1C"/>
              </a:buClr>
              <a:buSzPts val="2000"/>
              <a:buFont typeface="Arial"/>
              <a:buNone/>
            </a:pPr>
            <a:r>
              <a:t/>
            </a:r>
            <a:endParaRPr b="1" sz="1000">
              <a:solidFill>
                <a:srgbClr val="7B1432"/>
              </a:solidFill>
              <a:latin typeface="Tahoma"/>
              <a:ea typeface="Tahoma"/>
              <a:cs typeface="Tahoma"/>
              <a:sym typeface="Tahoma"/>
            </a:endParaRPr>
          </a:p>
        </p:txBody>
      </p:sp>
      <p:sp>
        <p:nvSpPr>
          <p:cNvPr id="310" name="Google Shape;310;p50"/>
          <p:cNvSpPr txBox="1"/>
          <p:nvPr/>
        </p:nvSpPr>
        <p:spPr>
          <a:xfrm>
            <a:off x="588975" y="178597"/>
            <a:ext cx="8091600" cy="5541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chemeClr val="lt1"/>
                </a:solidFill>
                <a:latin typeface="Tahoma"/>
                <a:ea typeface="Tahoma"/>
                <a:cs typeface="Tahoma"/>
                <a:sym typeface="Tahoma"/>
              </a:rPr>
              <a:t>Problem 3: Use Case Model (Cont’d)</a:t>
            </a:r>
            <a:endParaRPr sz="3600">
              <a:solidFill>
                <a:srgbClr val="FFFFFF"/>
              </a:solidFill>
              <a:latin typeface="Tahoma"/>
              <a:ea typeface="Tahoma"/>
              <a:cs typeface="Tahoma"/>
              <a:sym typeface="Tahoma"/>
            </a:endParaRPr>
          </a:p>
        </p:txBody>
      </p:sp>
      <p:pic>
        <p:nvPicPr>
          <p:cNvPr id="311" name="Google Shape;311;p50" title="use_case_model_group_D.drawio (1).png"/>
          <p:cNvPicPr preferRelativeResize="0"/>
          <p:nvPr/>
        </p:nvPicPr>
        <p:blipFill>
          <a:blip r:embed="rId4">
            <a:alphaModFix/>
          </a:blip>
          <a:stretch>
            <a:fillRect/>
          </a:stretch>
        </p:blipFill>
        <p:spPr>
          <a:xfrm>
            <a:off x="227275" y="952775"/>
            <a:ext cx="4316225" cy="3953850"/>
          </a:xfrm>
          <a:prstGeom prst="rect">
            <a:avLst/>
          </a:prstGeom>
          <a:noFill/>
          <a:ln>
            <a:noFill/>
          </a:ln>
        </p:spPr>
      </p:pic>
      <p:sp>
        <p:nvSpPr>
          <p:cNvPr id="312" name="Google Shape;312;p50"/>
          <p:cNvSpPr txBox="1"/>
          <p:nvPr/>
        </p:nvSpPr>
        <p:spPr>
          <a:xfrm>
            <a:off x="4448825" y="688175"/>
            <a:ext cx="4517400" cy="3869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CA">
                <a:solidFill>
                  <a:srgbClr val="7B1432"/>
                </a:solidFill>
                <a:latin typeface="Tahoma"/>
                <a:ea typeface="Tahoma"/>
                <a:cs typeface="Tahoma"/>
                <a:sym typeface="Tahoma"/>
              </a:rPr>
              <a:t>Modeling decisions</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None/>
            </a:pPr>
            <a:r>
              <a:t/>
            </a:r>
            <a:endParaRPr b="1">
              <a:solidFill>
                <a:srgbClr val="7B1432"/>
              </a:solidFill>
              <a:latin typeface="Tahoma"/>
              <a:ea typeface="Tahoma"/>
              <a:cs typeface="Tahoma"/>
              <a:sym typeface="Tahoma"/>
            </a:endParaRPr>
          </a:p>
          <a:p>
            <a:pPr indent="-317500" lvl="0" marL="457200" rtl="0" algn="just">
              <a:lnSpc>
                <a:spcPct val="115000"/>
              </a:lnSpc>
              <a:spcBef>
                <a:spcPts val="0"/>
              </a:spcBef>
              <a:spcAft>
                <a:spcPts val="0"/>
              </a:spcAft>
              <a:buClr>
                <a:srgbClr val="1C1C1C"/>
              </a:buClr>
              <a:buSzPts val="1400"/>
              <a:buFont typeface="Tahoma"/>
              <a:buAutoNum type="arabicPeriod"/>
            </a:pPr>
            <a:r>
              <a:rPr lang="en-CA">
                <a:solidFill>
                  <a:srgbClr val="1C1C1C"/>
                </a:solidFill>
                <a:latin typeface="Tahoma"/>
                <a:ea typeface="Tahoma"/>
                <a:cs typeface="Tahoma"/>
                <a:sym typeface="Tahoma"/>
              </a:rPr>
              <a:t>The “Concordia User” is used as generalized actor representing students, faculty and staffs.</a:t>
            </a:r>
            <a:endParaRPr>
              <a:solidFill>
                <a:srgbClr val="1C1C1C"/>
              </a:solidFill>
              <a:latin typeface="Tahoma"/>
              <a:ea typeface="Tahoma"/>
              <a:cs typeface="Tahoma"/>
              <a:sym typeface="Tahoma"/>
            </a:endParaRPr>
          </a:p>
          <a:p>
            <a:pPr indent="-317500" lvl="0" marL="457200" rtl="0" algn="just">
              <a:lnSpc>
                <a:spcPct val="115000"/>
              </a:lnSpc>
              <a:spcBef>
                <a:spcPts val="0"/>
              </a:spcBef>
              <a:spcAft>
                <a:spcPts val="0"/>
              </a:spcAft>
              <a:buClr>
                <a:srgbClr val="1C1C1C"/>
              </a:buClr>
              <a:buSzPts val="1400"/>
              <a:buFont typeface="Tahoma"/>
              <a:buAutoNum type="arabicPeriod"/>
            </a:pPr>
            <a:r>
              <a:rPr lang="en-CA">
                <a:solidFill>
                  <a:srgbClr val="1C1C1C"/>
                </a:solidFill>
                <a:latin typeface="Tahoma"/>
                <a:ea typeface="Tahoma"/>
                <a:cs typeface="Tahoma"/>
                <a:sym typeface="Tahoma"/>
              </a:rPr>
              <a:t>“Simulated Banking System” and “Simulated Concordia Billing System” are outside the system boundary because they represent supporting external services (Interac and real Concordia Billing system in real life).</a:t>
            </a:r>
            <a:endParaRPr>
              <a:solidFill>
                <a:srgbClr val="1C1C1C"/>
              </a:solidFill>
              <a:latin typeface="Tahoma"/>
              <a:ea typeface="Tahoma"/>
              <a:cs typeface="Tahoma"/>
              <a:sym typeface="Tahoma"/>
            </a:endParaRPr>
          </a:p>
          <a:p>
            <a:pPr indent="-317500" lvl="0" marL="457200" rtl="0" algn="just">
              <a:lnSpc>
                <a:spcPct val="115000"/>
              </a:lnSpc>
              <a:spcBef>
                <a:spcPts val="0"/>
              </a:spcBef>
              <a:spcAft>
                <a:spcPts val="0"/>
              </a:spcAft>
              <a:buClr>
                <a:srgbClr val="1C1C1C"/>
              </a:buClr>
              <a:buSzPts val="1400"/>
              <a:buFont typeface="Tahoma"/>
              <a:buAutoNum type="arabicPeriod"/>
            </a:pPr>
            <a:r>
              <a:rPr lang="en-CA">
                <a:solidFill>
                  <a:srgbClr val="1C1C1C"/>
                </a:solidFill>
                <a:latin typeface="Tahoma"/>
                <a:ea typeface="Tahoma"/>
                <a:cs typeface="Tahoma"/>
                <a:sym typeface="Tahoma"/>
              </a:rPr>
              <a:t>The use case “Authenticate User” is required by all other use cases.</a:t>
            </a:r>
            <a:endParaRPr>
              <a:solidFill>
                <a:srgbClr val="1C1C1C"/>
              </a:solidFill>
              <a:latin typeface="Tahoma"/>
              <a:ea typeface="Tahoma"/>
              <a:cs typeface="Tahoma"/>
              <a:sym typeface="Tahoma"/>
            </a:endParaRPr>
          </a:p>
          <a:p>
            <a:pPr indent="-317500" lvl="0" marL="457200" rtl="0" algn="just">
              <a:lnSpc>
                <a:spcPct val="115000"/>
              </a:lnSpc>
              <a:spcBef>
                <a:spcPts val="0"/>
              </a:spcBef>
              <a:spcAft>
                <a:spcPts val="0"/>
              </a:spcAft>
              <a:buClr>
                <a:srgbClr val="1C1C1C"/>
              </a:buClr>
              <a:buSzPts val="1400"/>
              <a:buFont typeface="Tahoma"/>
              <a:buAutoNum type="arabicPeriod"/>
            </a:pPr>
            <a:r>
              <a:rPr lang="en-CA">
                <a:solidFill>
                  <a:srgbClr val="1C1C1C"/>
                </a:solidFill>
                <a:latin typeface="Tahoma"/>
                <a:ea typeface="Tahoma"/>
                <a:cs typeface="Tahoma"/>
                <a:sym typeface="Tahoma"/>
              </a:rPr>
              <a:t>The model focuses on feasible features for a Java GUI simulation and excludes real banking networks, real ABM hardware, real cheque scanning, and live Concordia billing integration. </a:t>
            </a:r>
            <a:endParaRPr>
              <a:solidFill>
                <a:srgbClr val="1C1C1C"/>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1"/>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51"/>
          <p:cNvSpPr txBox="1"/>
          <p:nvPr/>
        </p:nvSpPr>
        <p:spPr>
          <a:xfrm>
            <a:off x="303225" y="788675"/>
            <a:ext cx="8663100" cy="43467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sz="1200">
                <a:solidFill>
                  <a:srgbClr val="7B1432"/>
                </a:solidFill>
                <a:latin typeface="Tahoma"/>
                <a:ea typeface="Tahoma"/>
                <a:cs typeface="Tahoma"/>
                <a:sym typeface="Tahoma"/>
              </a:rPr>
              <a:t>Tool used: Claude (Anthropic, 2026) — </a:t>
            </a:r>
            <a:r>
              <a:rPr b="1" lang="en-CA" sz="1200" u="sng">
                <a:solidFill>
                  <a:schemeClr val="hlink"/>
                </a:solidFill>
                <a:latin typeface="Tahoma"/>
                <a:ea typeface="Tahoma"/>
                <a:cs typeface="Tahoma"/>
                <a:sym typeface="Tahoma"/>
                <a:hlinkClick r:id="rId4"/>
              </a:rPr>
              <a:t>claude.ai</a:t>
            </a:r>
            <a:r>
              <a:rPr b="1" lang="en-CA" sz="1200">
                <a:solidFill>
                  <a:srgbClr val="7B1432"/>
                </a:solidFill>
                <a:latin typeface="Tahoma"/>
                <a:ea typeface="Tahoma"/>
                <a:cs typeface="Tahoma"/>
                <a:sym typeface="Tahoma"/>
              </a:rPr>
              <a:t> </a:t>
            </a:r>
            <a:r>
              <a:rPr b="1" baseline="30000" lang="en-CA">
                <a:solidFill>
                  <a:srgbClr val="7B1432"/>
                </a:solidFill>
                <a:latin typeface="Tahoma"/>
                <a:ea typeface="Tahoma"/>
                <a:cs typeface="Tahoma"/>
                <a:sym typeface="Tahoma"/>
              </a:rPr>
              <a:t>[]</a:t>
            </a:r>
            <a:endParaRPr b="1" sz="12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rgbClr val="FFFFFF"/>
                </a:solidFill>
                <a:latin typeface="Tahoma"/>
                <a:ea typeface="Tahoma"/>
                <a:cs typeface="Tahoma"/>
                <a:sym typeface="Tahoma"/>
              </a:rPr>
              <a:t> </a:t>
            </a:r>
            <a:endParaRPr sz="1200">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1200">
                <a:solidFill>
                  <a:srgbClr val="7B1432"/>
                </a:solidFill>
                <a:latin typeface="Tahoma"/>
                <a:ea typeface="Tahoma"/>
                <a:cs typeface="Tahoma"/>
                <a:sym typeface="Tahoma"/>
              </a:rPr>
              <a:t>Prompt 1 (Problem 1 — ABM Description):</a:t>
            </a:r>
            <a:endParaRPr b="1" sz="12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i="1" lang="en-CA" sz="1200">
                <a:solidFill>
                  <a:schemeClr val="dk1"/>
                </a:solidFill>
                <a:latin typeface="Tahoma"/>
                <a:ea typeface="Tahoma"/>
                <a:cs typeface="Tahoma"/>
                <a:sym typeface="Tahoma"/>
              </a:rPr>
              <a:t>“We are preparing Deliverable 1 for a Software Measurement project about an Automated Banking Machine (ABM). The ABM must be suitable for use in Canada and should be specific rather than generic. Suggest possible users, supported transactions, assumptions, and design considerations for a university campus environment</a:t>
            </a:r>
            <a:r>
              <a:rPr i="1" lang="en-CA" sz="1200">
                <a:solidFill>
                  <a:schemeClr val="dk1"/>
                </a:solidFill>
                <a:latin typeface="Tahoma"/>
                <a:ea typeface="Tahoma"/>
                <a:cs typeface="Tahoma"/>
                <a:sym typeface="Tahoma"/>
              </a:rPr>
              <a:t>.</a:t>
            </a:r>
            <a:r>
              <a:rPr i="1" lang="en-CA" sz="1200">
                <a:solidFill>
                  <a:schemeClr val="dk1"/>
                </a:solidFill>
                <a:latin typeface="Tahoma"/>
                <a:ea typeface="Tahoma"/>
                <a:cs typeface="Tahoma"/>
                <a:sym typeface="Tahoma"/>
              </a:rPr>
              <a:t>“</a:t>
            </a:r>
            <a:endParaRPr i="1" sz="12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i="1" sz="1200">
              <a:solidFill>
                <a:srgbClr val="444444"/>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1200">
                <a:solidFill>
                  <a:srgbClr val="7B1432"/>
                </a:solidFill>
                <a:latin typeface="Tahoma"/>
                <a:ea typeface="Tahoma"/>
                <a:cs typeface="Tahoma"/>
                <a:sym typeface="Tahoma"/>
              </a:rPr>
              <a:t>Response </a:t>
            </a:r>
            <a:r>
              <a:rPr b="1" lang="en-CA" sz="1200">
                <a:solidFill>
                  <a:srgbClr val="7B1432"/>
                </a:solidFill>
                <a:latin typeface="Tahoma"/>
                <a:ea typeface="Tahoma"/>
                <a:cs typeface="Tahoma"/>
                <a:sym typeface="Tahoma"/>
              </a:rPr>
              <a:t>1</a:t>
            </a:r>
            <a:endParaRPr sz="12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chemeClr val="dk1"/>
                </a:solidFill>
                <a:latin typeface="Tahoma"/>
                <a:ea typeface="Tahoma"/>
                <a:cs typeface="Tahoma"/>
                <a:sym typeface="Tahoma"/>
              </a:rPr>
              <a:t>Possible users include students, faculty, and staff. The ABM could support withdrawals, deposits, balance inquiries, transfers, and tuition payments. Since the system is intended for use in Canada, transactions could be limited to CAD and the interface could support both English and French. Consider documenting assumptions related to authentication, withdrawal limits, accessibility, and privacy requirements.</a:t>
            </a:r>
            <a:endParaRPr sz="12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1200">
                <a:solidFill>
                  <a:srgbClr val="7B1432"/>
                </a:solidFill>
                <a:latin typeface="Tahoma"/>
                <a:ea typeface="Tahoma"/>
                <a:cs typeface="Tahoma"/>
                <a:sym typeface="Tahoma"/>
              </a:rPr>
              <a:t>Explanation 1</a:t>
            </a:r>
            <a:endParaRPr b="1" sz="12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rgbClr val="1C1C1C"/>
                </a:solidFill>
                <a:latin typeface="Tahoma"/>
                <a:ea typeface="Tahoma"/>
                <a:cs typeface="Tahoma"/>
                <a:sym typeface="Tahoma"/>
              </a:rPr>
              <a:t>The response helped us narrow the scope of iBank and justify its use within a Concordia University campus environment. We adopted the ideas of a campus-oriented ABM, bilingual interface support, CAD-only transactions, and explicit project assumptions. The generated content was used for brainstorming purposes only and was refined by the team using the project requirements and course material [7] before being incorporated into the final ABM description.</a:t>
            </a:r>
            <a:endParaRPr sz="12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Tahoma"/>
              <a:ea typeface="Tahoma"/>
              <a:cs typeface="Tahoma"/>
              <a:sym typeface="Tahoma"/>
            </a:endParaRPr>
          </a:p>
          <a:p>
            <a:pPr indent="0" lvl="0" marL="0" marR="0" rtl="0" algn="just">
              <a:spcBef>
                <a:spcPts val="0"/>
              </a:spcBef>
              <a:spcAft>
                <a:spcPts val="0"/>
              </a:spcAft>
              <a:buClr>
                <a:srgbClr val="1C1C1C"/>
              </a:buClr>
              <a:buSzPts val="2000"/>
              <a:buFont typeface="Arial"/>
              <a:buNone/>
            </a:pPr>
            <a:r>
              <a:t/>
            </a:r>
            <a:endParaRPr b="1" sz="1200">
              <a:solidFill>
                <a:srgbClr val="7B1432"/>
              </a:solidFill>
              <a:latin typeface="Tahoma"/>
              <a:ea typeface="Tahoma"/>
              <a:cs typeface="Tahoma"/>
              <a:sym typeface="Tahoma"/>
            </a:endParaRPr>
          </a:p>
        </p:txBody>
      </p:sp>
      <p:sp>
        <p:nvSpPr>
          <p:cNvPr id="319" name="Google Shape;319;p51"/>
          <p:cNvSpPr txBox="1"/>
          <p:nvPr/>
        </p:nvSpPr>
        <p:spPr>
          <a:xfrm>
            <a:off x="588963" y="178594"/>
            <a:ext cx="80916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GAI Use and Prompt Refinement</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2"/>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52"/>
          <p:cNvSpPr txBox="1"/>
          <p:nvPr/>
        </p:nvSpPr>
        <p:spPr>
          <a:xfrm>
            <a:off x="303175" y="788675"/>
            <a:ext cx="8663100" cy="44424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sz="1200">
                <a:solidFill>
                  <a:srgbClr val="7B1432"/>
                </a:solidFill>
                <a:latin typeface="Tahoma"/>
                <a:ea typeface="Tahoma"/>
                <a:cs typeface="Tahoma"/>
                <a:sym typeface="Tahoma"/>
              </a:rPr>
              <a:t>Tool used: Claude (Anthropic, 2026) — </a:t>
            </a:r>
            <a:r>
              <a:rPr b="1" lang="en-CA" sz="1200" u="sng">
                <a:solidFill>
                  <a:schemeClr val="hlink"/>
                </a:solidFill>
                <a:latin typeface="Tahoma"/>
                <a:ea typeface="Tahoma"/>
                <a:cs typeface="Tahoma"/>
                <a:sym typeface="Tahoma"/>
                <a:hlinkClick r:id="rId4"/>
              </a:rPr>
              <a:t>claude.ai</a:t>
            </a:r>
            <a:r>
              <a:rPr b="1" lang="en-CA" sz="1200">
                <a:solidFill>
                  <a:srgbClr val="7B1432"/>
                </a:solidFill>
                <a:latin typeface="Tahoma"/>
                <a:ea typeface="Tahoma"/>
                <a:cs typeface="Tahoma"/>
                <a:sym typeface="Tahoma"/>
              </a:rPr>
              <a:t> </a:t>
            </a:r>
            <a:r>
              <a:rPr b="1" baseline="30000" lang="en-CA">
                <a:solidFill>
                  <a:srgbClr val="7B1432"/>
                </a:solidFill>
                <a:latin typeface="Tahoma"/>
                <a:ea typeface="Tahoma"/>
                <a:cs typeface="Tahoma"/>
                <a:sym typeface="Tahoma"/>
              </a:rPr>
              <a:t>[1]</a:t>
            </a:r>
            <a:endParaRPr b="1" sz="12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rgbClr val="FFFFFF"/>
                </a:solidFill>
                <a:latin typeface="Tahoma"/>
                <a:ea typeface="Tahoma"/>
                <a:cs typeface="Tahoma"/>
                <a:sym typeface="Tahoma"/>
              </a:rPr>
              <a:t> </a:t>
            </a:r>
            <a:endParaRPr sz="1200">
              <a:solidFill>
                <a:srgbClr val="FFFFFF"/>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1200">
                <a:solidFill>
                  <a:srgbClr val="7B1432"/>
                </a:solidFill>
                <a:latin typeface="Tahoma"/>
                <a:ea typeface="Tahoma"/>
                <a:cs typeface="Tahoma"/>
                <a:sym typeface="Tahoma"/>
              </a:rPr>
              <a:t>Prompt </a:t>
            </a:r>
            <a:r>
              <a:rPr b="1" lang="en-CA" sz="1200">
                <a:solidFill>
                  <a:srgbClr val="7B1432"/>
                </a:solidFill>
                <a:latin typeface="Tahoma"/>
                <a:ea typeface="Tahoma"/>
                <a:cs typeface="Tahoma"/>
                <a:sym typeface="Tahoma"/>
              </a:rPr>
              <a:t>2 (Problem 2 — GQM Goal)</a:t>
            </a:r>
            <a:r>
              <a:rPr b="1" lang="en-CA" sz="1200">
                <a:solidFill>
                  <a:srgbClr val="7B1432"/>
                </a:solidFill>
                <a:latin typeface="Tahoma"/>
                <a:ea typeface="Tahoma"/>
                <a:cs typeface="Tahoma"/>
                <a:sym typeface="Tahoma"/>
              </a:rPr>
              <a:t>:</a:t>
            </a:r>
            <a:endParaRPr b="1" sz="1200">
              <a:solidFill>
                <a:srgbClr val="7B1432"/>
              </a:solidFill>
              <a:latin typeface="Tahoma"/>
              <a:ea typeface="Tahoma"/>
              <a:cs typeface="Tahoma"/>
              <a:sym typeface="Tahoma"/>
            </a:endParaRPr>
          </a:p>
          <a:p>
            <a:pPr indent="0" lvl="0" marL="0" rtl="0" algn="l">
              <a:lnSpc>
                <a:spcPct val="115000"/>
              </a:lnSpc>
              <a:spcBef>
                <a:spcPts val="1200"/>
              </a:spcBef>
              <a:spcAft>
                <a:spcPts val="0"/>
              </a:spcAft>
              <a:buClr>
                <a:schemeClr val="dk1"/>
              </a:buClr>
              <a:buSzPts val="1100"/>
              <a:buFont typeface="Arial"/>
              <a:buNone/>
            </a:pPr>
            <a:r>
              <a:rPr i="1" lang="en-CA" sz="1200">
                <a:solidFill>
                  <a:schemeClr val="dk1"/>
                </a:solidFill>
                <a:latin typeface="Tahoma"/>
                <a:ea typeface="Tahoma"/>
                <a:cs typeface="Tahoma"/>
                <a:sym typeface="Tahoma"/>
              </a:rPr>
              <a:t>"For an Automated Banking Machine project, suggest possible Goal–Question–Metric (GQM) goals related to software quality. For each goal, provide example questions and metrics that could be measured during testing."</a:t>
            </a:r>
            <a:endParaRPr i="1" sz="1200">
              <a:solidFill>
                <a:schemeClr val="dk1"/>
              </a:solidFill>
              <a:latin typeface="Tahoma"/>
              <a:ea typeface="Tahoma"/>
              <a:cs typeface="Tahoma"/>
              <a:sym typeface="Tahoma"/>
            </a:endParaRPr>
          </a:p>
          <a:p>
            <a:pPr indent="0" lvl="0" marL="0" rtl="0" algn="just">
              <a:lnSpc>
                <a:spcPct val="115000"/>
              </a:lnSpc>
              <a:spcBef>
                <a:spcPts val="1200"/>
              </a:spcBef>
              <a:spcAft>
                <a:spcPts val="0"/>
              </a:spcAft>
              <a:buClr>
                <a:schemeClr val="dk1"/>
              </a:buClr>
              <a:buSzPts val="1100"/>
              <a:buFont typeface="Arial"/>
              <a:buNone/>
            </a:pPr>
            <a:r>
              <a:rPr b="1" lang="en-CA" sz="1200">
                <a:solidFill>
                  <a:srgbClr val="7B1432"/>
                </a:solidFill>
                <a:latin typeface="Tahoma"/>
                <a:ea typeface="Tahoma"/>
                <a:cs typeface="Tahoma"/>
                <a:sym typeface="Tahoma"/>
              </a:rPr>
              <a:t>Response 2</a:t>
            </a:r>
            <a:endParaRPr sz="12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chemeClr val="dk1"/>
                </a:solidFill>
                <a:latin typeface="Tahoma"/>
                <a:ea typeface="Tahoma"/>
                <a:cs typeface="Tahoma"/>
                <a:sym typeface="Tahoma"/>
              </a:rPr>
              <a:t>Claude proposed several candidate measurement goals related to reliability, usability, and security. It suggested organizing the measurement structure according to the Goal–Question–Metric hierarchy and ensuring that each question could be answered through one or more measurable metrics. For reliability, questions could focus on successful transaction completion, exception handling, and error recovery. Example metrics include transaction success rate, number of handled exceptions, and average recovery time after an error. The response also emphasized selecting goals that are specific and measurable.</a:t>
            </a:r>
            <a:endParaRPr sz="12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sz="1200">
                <a:solidFill>
                  <a:srgbClr val="7B1432"/>
                </a:solidFill>
                <a:latin typeface="Tahoma"/>
                <a:ea typeface="Tahoma"/>
                <a:cs typeface="Tahoma"/>
                <a:sym typeface="Tahoma"/>
              </a:rPr>
              <a:t>Explanation 2</a:t>
            </a:r>
            <a:endParaRPr b="1" sz="12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rgbClr val="1C1C1C"/>
                </a:solidFill>
                <a:latin typeface="Tahoma"/>
                <a:ea typeface="Tahoma"/>
                <a:cs typeface="Tahoma"/>
                <a:sym typeface="Tahoma"/>
              </a:rPr>
              <a:t>The response served as an initial reference for constructing our GQM model. After reviewing the suggestions and comparing them with the GQM approach presented in the course notes [7], we selected transaction reliability as the most appropriate goal for iBank Concordia. The final questions and metrics were modified and validated by the team to ensure that they were measurable, relevant to the project scope, and aligned with SMART criteria.</a:t>
            </a:r>
            <a:endParaRPr sz="12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sz="1200">
              <a:solidFill>
                <a:srgbClr val="1C1C1C"/>
              </a:solidFill>
              <a:latin typeface="Tahoma"/>
              <a:ea typeface="Tahoma"/>
              <a:cs typeface="Tahoma"/>
              <a:sym typeface="Tahoma"/>
            </a:endParaRPr>
          </a:p>
          <a:p>
            <a:pPr indent="0" lvl="0" marL="0" marR="0" rtl="0" algn="just">
              <a:spcBef>
                <a:spcPts val="0"/>
              </a:spcBef>
              <a:spcAft>
                <a:spcPts val="0"/>
              </a:spcAft>
              <a:buClr>
                <a:srgbClr val="1C1C1C"/>
              </a:buClr>
              <a:buSzPts val="2000"/>
              <a:buFont typeface="Arial"/>
              <a:buNone/>
            </a:pPr>
            <a:r>
              <a:t/>
            </a:r>
            <a:endParaRPr b="1" sz="1200">
              <a:solidFill>
                <a:srgbClr val="7B1432"/>
              </a:solidFill>
              <a:latin typeface="Tahoma"/>
              <a:ea typeface="Tahoma"/>
              <a:cs typeface="Tahoma"/>
              <a:sym typeface="Tahoma"/>
            </a:endParaRPr>
          </a:p>
        </p:txBody>
      </p:sp>
      <p:sp>
        <p:nvSpPr>
          <p:cNvPr id="326" name="Google Shape;326;p52"/>
          <p:cNvSpPr txBox="1"/>
          <p:nvPr/>
        </p:nvSpPr>
        <p:spPr>
          <a:xfrm>
            <a:off x="588963" y="178594"/>
            <a:ext cx="80916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GAI Use and Prompt Refinement</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3"/>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53"/>
          <p:cNvSpPr txBox="1"/>
          <p:nvPr/>
        </p:nvSpPr>
        <p:spPr>
          <a:xfrm>
            <a:off x="303225" y="828250"/>
            <a:ext cx="8663100" cy="27180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sz="1600">
                <a:solidFill>
                  <a:srgbClr val="7B1432"/>
                </a:solidFill>
                <a:latin typeface="Tahoma"/>
                <a:ea typeface="Tahoma"/>
                <a:cs typeface="Tahoma"/>
                <a:sym typeface="Tahoma"/>
              </a:rPr>
              <a:t>Tool used: </a:t>
            </a:r>
            <a:endParaRPr b="1" sz="1600">
              <a:solidFill>
                <a:srgbClr val="7B1432"/>
              </a:solidFill>
              <a:latin typeface="Tahoma"/>
              <a:ea typeface="Tahoma"/>
              <a:cs typeface="Tahoma"/>
              <a:sym typeface="Tahoma"/>
            </a:endParaRPr>
          </a:p>
          <a:p>
            <a:pPr indent="0" lvl="0" marL="0" marR="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ChatGPT (OpenAI, 2026) — </a:t>
            </a:r>
            <a:r>
              <a:rPr lang="en-CA">
                <a:solidFill>
                  <a:srgbClr val="1C1C1C"/>
                </a:solidFill>
                <a:uFill>
                  <a:noFill/>
                </a:uFill>
                <a:latin typeface="Tahoma"/>
                <a:ea typeface="Tahoma"/>
                <a:cs typeface="Tahoma"/>
                <a:sym typeface="Tahoma"/>
                <a:hlinkClick r:id="rId4">
                  <a:extLst>
                    <a:ext uri="{A12FA001-AC4F-418D-AE19-62706E023703}">
                      <ahyp:hlinkClr val="tx"/>
                    </a:ext>
                  </a:extLst>
                </a:hlinkClick>
              </a:rPr>
              <a:t>chatgpt.com</a:t>
            </a:r>
            <a:endParaRPr>
              <a:solidFill>
                <a:srgbClr val="1C1C1C"/>
              </a:solidFill>
              <a:latin typeface="Tahoma"/>
              <a:ea typeface="Tahoma"/>
              <a:cs typeface="Tahoma"/>
              <a:sym typeface="Tahoma"/>
            </a:endParaRPr>
          </a:p>
          <a:p>
            <a:pPr indent="0" lvl="0" marL="0" marR="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Google Gemini (Google, 2026) — </a:t>
            </a:r>
            <a:r>
              <a:rPr lang="en-CA">
                <a:solidFill>
                  <a:srgbClr val="1C1C1C"/>
                </a:solidFill>
                <a:uFill>
                  <a:noFill/>
                </a:uFill>
                <a:latin typeface="Tahoma"/>
                <a:ea typeface="Tahoma"/>
                <a:cs typeface="Tahoma"/>
                <a:sym typeface="Tahoma"/>
                <a:hlinkClick r:id="rId5">
                  <a:extLst>
                    <a:ext uri="{A12FA001-AC4F-418D-AE19-62706E023703}">
                      <ahyp:hlinkClr val="tx"/>
                    </a:ext>
                  </a:extLst>
                </a:hlinkClick>
              </a:rPr>
              <a:t>gemini.google.com</a:t>
            </a:r>
            <a:endParaRPr b="1" sz="16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b="1" sz="16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200">
                <a:solidFill>
                  <a:srgbClr val="FFFFFF"/>
                </a:solidFill>
                <a:latin typeface="Tahoma"/>
                <a:ea typeface="Tahoma"/>
                <a:cs typeface="Tahoma"/>
                <a:sym typeface="Tahoma"/>
              </a:rPr>
              <a:t> </a:t>
            </a:r>
            <a:endParaRPr b="1" sz="16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Problem 3:</a:t>
            </a:r>
            <a:r>
              <a:rPr b="1" lang="en-CA" sz="1600">
                <a:solidFill>
                  <a:srgbClr val="1C1C1C"/>
                </a:solidFill>
                <a:latin typeface="Tahoma"/>
                <a:ea typeface="Tahoma"/>
                <a:cs typeface="Tahoma"/>
                <a:sym typeface="Tahoma"/>
              </a:rPr>
              <a:t> </a:t>
            </a:r>
            <a:r>
              <a:rPr lang="en-CA">
                <a:solidFill>
                  <a:srgbClr val="1C1C1C"/>
                </a:solidFill>
                <a:latin typeface="Tahoma"/>
                <a:ea typeface="Tahoma"/>
                <a:cs typeface="Tahoma"/>
                <a:sym typeface="Tahoma"/>
              </a:rPr>
              <a:t>Using the description for iBank, construct a use case model for iBank. This description must be graphical as well as textual, and must include definitions of actors and use cases. </a:t>
            </a:r>
            <a:endParaRPr b="1" sz="16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b="1" sz="16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Purpose of Use: </a:t>
            </a:r>
            <a:r>
              <a:rPr lang="en-CA">
                <a:solidFill>
                  <a:srgbClr val="1C1C1C"/>
                </a:solidFill>
                <a:latin typeface="Tahoma"/>
                <a:ea typeface="Tahoma"/>
                <a:cs typeface="Tahoma"/>
                <a:sym typeface="Tahoma"/>
              </a:rPr>
              <a:t>GAI was used to review the completeness and clarity of the iBank Concordia use case model. It helps us to check whether the actors, use cases or anything related to the problem were </a:t>
            </a:r>
            <a:r>
              <a:rPr lang="en-CA">
                <a:solidFill>
                  <a:srgbClr val="1C1C1C"/>
                </a:solidFill>
                <a:latin typeface="Tahoma"/>
                <a:ea typeface="Tahoma"/>
                <a:cs typeface="Tahoma"/>
                <a:sym typeface="Tahoma"/>
              </a:rPr>
              <a:t>inappropriate</a:t>
            </a:r>
            <a:r>
              <a:rPr lang="en-CA">
                <a:solidFill>
                  <a:srgbClr val="1C1C1C"/>
                </a:solidFill>
                <a:latin typeface="Tahoma"/>
                <a:ea typeface="Tahoma"/>
                <a:cs typeface="Tahoma"/>
                <a:sym typeface="Tahoma"/>
              </a:rPr>
              <a:t> or not.</a:t>
            </a:r>
            <a:endParaRPr>
              <a:solidFill>
                <a:srgbClr val="1C1C1C"/>
              </a:solidFill>
              <a:latin typeface="Tahoma"/>
              <a:ea typeface="Tahoma"/>
              <a:cs typeface="Tahoma"/>
              <a:sym typeface="Tahoma"/>
            </a:endParaRPr>
          </a:p>
        </p:txBody>
      </p:sp>
      <p:sp>
        <p:nvSpPr>
          <p:cNvPr id="333" name="Google Shape;333;p53"/>
          <p:cNvSpPr txBox="1"/>
          <p:nvPr/>
        </p:nvSpPr>
        <p:spPr>
          <a:xfrm>
            <a:off x="303225" y="178600"/>
            <a:ext cx="86631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GAI Use and Prompt Refinement (Cont’d)</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4"/>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54"/>
          <p:cNvSpPr txBox="1"/>
          <p:nvPr/>
        </p:nvSpPr>
        <p:spPr>
          <a:xfrm>
            <a:off x="303225" y="828250"/>
            <a:ext cx="8663100" cy="34308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sz="1600">
                <a:solidFill>
                  <a:srgbClr val="7B1432"/>
                </a:solidFill>
                <a:latin typeface="Tahoma"/>
                <a:ea typeface="Tahoma"/>
                <a:cs typeface="Tahoma"/>
                <a:sym typeface="Tahoma"/>
              </a:rPr>
              <a:t>Tool used: ChatGPT &amp; Gemini</a:t>
            </a:r>
            <a:endParaRPr b="1" sz="16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200">
                <a:solidFill>
                  <a:srgbClr val="FFFFFF"/>
                </a:solidFill>
                <a:latin typeface="Tahoma"/>
                <a:ea typeface="Tahoma"/>
                <a:cs typeface="Tahoma"/>
                <a:sym typeface="Tahoma"/>
              </a:rPr>
              <a:t> </a:t>
            </a:r>
            <a:endParaRPr b="1" sz="16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Prompt 3:</a:t>
            </a:r>
            <a:r>
              <a:rPr b="1" lang="en-CA" sz="1600">
                <a:solidFill>
                  <a:srgbClr val="1C1C1C"/>
                </a:solidFill>
                <a:latin typeface="Tahoma"/>
                <a:ea typeface="Tahoma"/>
                <a:cs typeface="Tahoma"/>
                <a:sym typeface="Tahoma"/>
              </a:rPr>
              <a:t> </a:t>
            </a:r>
            <a:endParaRPr b="1" sz="1600">
              <a:solidFill>
                <a:srgbClr val="1C1C1C"/>
              </a:solidFill>
              <a:latin typeface="Tahoma"/>
              <a:ea typeface="Tahoma"/>
              <a:cs typeface="Tahoma"/>
              <a:sym typeface="Tahoma"/>
            </a:endParaRPr>
          </a:p>
          <a:p>
            <a:pPr indent="457200" lvl="0" marL="0" rtl="0" algn="just">
              <a:lnSpc>
                <a:spcPct val="115000"/>
              </a:lnSpc>
              <a:spcBef>
                <a:spcPts val="0"/>
              </a:spcBef>
              <a:spcAft>
                <a:spcPts val="0"/>
              </a:spcAft>
              <a:buClr>
                <a:schemeClr val="dk1"/>
              </a:buClr>
              <a:buSzPts val="1100"/>
              <a:buFont typeface="Arial"/>
              <a:buNone/>
            </a:pPr>
            <a:r>
              <a:rPr lang="en-CA" sz="1200">
                <a:solidFill>
                  <a:srgbClr val="1C1C1C"/>
                </a:solidFill>
                <a:latin typeface="Tahoma"/>
                <a:ea typeface="Tahoma"/>
                <a:cs typeface="Tahoma"/>
                <a:sym typeface="Tahoma"/>
              </a:rPr>
              <a:t>We are Concordia students preparing for Deliverable 1 for SOEN 6611 project. Problem 3 is “U</a:t>
            </a:r>
            <a:r>
              <a:rPr lang="en-CA" sz="1200">
                <a:solidFill>
                  <a:srgbClr val="1C1C1C"/>
                </a:solidFill>
                <a:latin typeface="Tahoma"/>
                <a:ea typeface="Tahoma"/>
                <a:cs typeface="Tahoma"/>
                <a:sym typeface="Tahoma"/>
              </a:rPr>
              <a:t>sing the description for iBank, construct a use case model for iBank. This description must be graphical as well as textual, and must include definitions of actors and use cases. ” The output is for professor and TA who expects UML style reasoning, explicit assumptions, and evidence-based explanations. </a:t>
            </a:r>
            <a:endParaRPr sz="12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rgbClr val="1C1C1C"/>
                </a:solidFill>
                <a:latin typeface="Tahoma"/>
                <a:ea typeface="Tahoma"/>
                <a:cs typeface="Tahoma"/>
                <a:sym typeface="Tahoma"/>
              </a:rPr>
              <a:t>	The System is iBank, a domestic, single bank, on-premises campus ABM for Concordia users in Montreal, Quebec, Canada. It supports CAD transactions, English/French main interface language selection, cash withdrawal, balance inquiry, tuition / fee payment, PIN authentication, receipt generation, and transaction cancellation. </a:t>
            </a:r>
            <a:endParaRPr sz="12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rgbClr val="1C1C1C"/>
                </a:solidFill>
                <a:latin typeface="Tahoma"/>
                <a:ea typeface="Tahoma"/>
                <a:cs typeface="Tahoma"/>
                <a:sym typeface="Tahoma"/>
              </a:rPr>
              <a:t>	Your task is to review our proposed use case model and suggest improvements, and find weakness or inappropriateness. Like the system boundary is clear etc. Do not add live banking features or legal requirements, focus only on problem 3.</a:t>
            </a:r>
            <a:endParaRPr sz="12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1200">
                <a:solidFill>
                  <a:srgbClr val="1C1C1C"/>
                </a:solidFill>
                <a:latin typeface="Tahoma"/>
                <a:ea typeface="Tahoma"/>
                <a:cs typeface="Tahoma"/>
                <a:sym typeface="Tahoma"/>
              </a:rPr>
              <a:t>	Your output is expected to answer in these 4 sections: suggested actors, suggested use cases, suggested relationships with reasons, issues or assumptions to clarify. iBank is intended for Concordia context. The use case model must be both graphical and textual. All your outputs will be verified by our group.</a:t>
            </a:r>
            <a:endParaRPr sz="1200">
              <a:solidFill>
                <a:srgbClr val="1C1C1C"/>
              </a:solidFill>
              <a:latin typeface="Tahoma"/>
              <a:ea typeface="Tahoma"/>
              <a:cs typeface="Tahoma"/>
              <a:sym typeface="Tahoma"/>
            </a:endParaRPr>
          </a:p>
        </p:txBody>
      </p:sp>
      <p:sp>
        <p:nvSpPr>
          <p:cNvPr id="340" name="Google Shape;340;p54"/>
          <p:cNvSpPr txBox="1"/>
          <p:nvPr/>
        </p:nvSpPr>
        <p:spPr>
          <a:xfrm>
            <a:off x="303225" y="178600"/>
            <a:ext cx="86631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GAI Use and Prompt Refinement (Cont’d)</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5"/>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55"/>
          <p:cNvSpPr txBox="1"/>
          <p:nvPr/>
        </p:nvSpPr>
        <p:spPr>
          <a:xfrm>
            <a:off x="303225" y="828250"/>
            <a:ext cx="8663100" cy="28953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sz="1600">
                <a:solidFill>
                  <a:srgbClr val="7B1432"/>
                </a:solidFill>
                <a:latin typeface="Tahoma"/>
                <a:ea typeface="Tahoma"/>
                <a:cs typeface="Tahoma"/>
                <a:sym typeface="Tahoma"/>
              </a:rPr>
              <a:t>Tool used: ChatGPT (OpenAI, 2026) — </a:t>
            </a:r>
            <a:r>
              <a:rPr b="1" lang="en-CA" sz="1600" u="sng">
                <a:solidFill>
                  <a:schemeClr val="hlink"/>
                </a:solidFill>
                <a:latin typeface="Tahoma"/>
                <a:ea typeface="Tahoma"/>
                <a:cs typeface="Tahoma"/>
                <a:sym typeface="Tahoma"/>
                <a:hlinkClick r:id="rId4"/>
              </a:rPr>
              <a:t>chatgpt.com</a:t>
            </a:r>
            <a:endParaRPr b="1" sz="16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b="1" sz="16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200">
                <a:solidFill>
                  <a:srgbClr val="FFFFFF"/>
                </a:solidFill>
                <a:latin typeface="Tahoma"/>
                <a:ea typeface="Tahoma"/>
                <a:cs typeface="Tahoma"/>
                <a:sym typeface="Tahoma"/>
              </a:rPr>
              <a:t> </a:t>
            </a:r>
            <a:endParaRPr b="1" sz="16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Response 3.1: full response can be found at our github repo</a:t>
            </a:r>
            <a:r>
              <a:rPr b="1" baseline="30000" lang="en-CA">
                <a:solidFill>
                  <a:srgbClr val="7B1432"/>
                </a:solidFill>
                <a:latin typeface="Tahoma"/>
                <a:ea typeface="Tahoma"/>
                <a:cs typeface="Tahoma"/>
                <a:sym typeface="Tahoma"/>
              </a:rPr>
              <a:t>[10]</a:t>
            </a:r>
            <a:r>
              <a:rPr b="1" lang="en-CA">
                <a:solidFill>
                  <a:srgbClr val="7B1432"/>
                </a:solidFill>
                <a:latin typeface="Tahoma"/>
                <a:ea typeface="Tahoma"/>
                <a:cs typeface="Tahoma"/>
                <a:sym typeface="Tahoma"/>
              </a:rPr>
              <a:t>.</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b="1">
              <a:solidFill>
                <a:srgbClr val="7B1432"/>
              </a:solidFill>
              <a:latin typeface="Tahoma"/>
              <a:ea typeface="Tahoma"/>
              <a:cs typeface="Tahoma"/>
              <a:sym typeface="Tahoma"/>
            </a:endParaRPr>
          </a:p>
          <a:p>
            <a:pPr indent="0" lvl="0" marL="0" marR="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For Problem 3, ChatGPT </a:t>
            </a:r>
            <a:r>
              <a:rPr lang="en-CA">
                <a:solidFill>
                  <a:srgbClr val="1C1C1C"/>
                </a:solidFill>
                <a:latin typeface="Tahoma"/>
                <a:ea typeface="Tahoma"/>
                <a:cs typeface="Tahoma"/>
                <a:sym typeface="Tahoma"/>
              </a:rPr>
              <a:t>mainly</a:t>
            </a:r>
            <a:r>
              <a:rPr lang="en-CA">
                <a:solidFill>
                  <a:srgbClr val="1C1C1C"/>
                </a:solidFill>
                <a:latin typeface="Tahoma"/>
                <a:ea typeface="Tahoma"/>
                <a:cs typeface="Tahoma"/>
                <a:sym typeface="Tahoma"/>
              </a:rPr>
              <a:t> reviewed the proposed use case model for iBank. It suggests that we should keep the model small and clear. For actors:  Concordia Bank Client, Bank Authorization System, and Concordia Tuition / Fee System. The main use cases were Select Interface Language, Authenticate User, Withdraw Cash, View Balance, Pay Tuition / Fees, Generate Receipt, and Cancel Transaction. It also recommended using &lt;&lt;include&gt;&gt; for mandatory authentication and &lt;&lt;extend&gt;&gt; for optional receipt generation or transaction cancellation. A key point was that the system boundary must be clearly defined as iBank, with actors outside and use cases inside.</a:t>
            </a:r>
            <a:endParaRPr>
              <a:solidFill>
                <a:srgbClr val="1C1C1C"/>
              </a:solidFill>
              <a:latin typeface="Tahoma"/>
              <a:ea typeface="Tahoma"/>
              <a:cs typeface="Tahoma"/>
              <a:sym typeface="Tahoma"/>
            </a:endParaRPr>
          </a:p>
        </p:txBody>
      </p:sp>
      <p:sp>
        <p:nvSpPr>
          <p:cNvPr id="347" name="Google Shape;347;p55"/>
          <p:cNvSpPr txBox="1"/>
          <p:nvPr/>
        </p:nvSpPr>
        <p:spPr>
          <a:xfrm>
            <a:off x="303225" y="178600"/>
            <a:ext cx="86631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GAI Use and Prompt Refinement (Cont’d)</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6"/>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56"/>
          <p:cNvSpPr txBox="1"/>
          <p:nvPr/>
        </p:nvSpPr>
        <p:spPr>
          <a:xfrm>
            <a:off x="303225" y="828250"/>
            <a:ext cx="8663100" cy="31431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b="1" lang="en-CA" sz="1600">
                <a:solidFill>
                  <a:srgbClr val="7B1432"/>
                </a:solidFill>
                <a:latin typeface="Tahoma"/>
                <a:ea typeface="Tahoma"/>
                <a:cs typeface="Tahoma"/>
                <a:sym typeface="Tahoma"/>
              </a:rPr>
              <a:t>Tool used: </a:t>
            </a:r>
            <a:r>
              <a:rPr b="1" lang="en-CA" sz="1600">
                <a:solidFill>
                  <a:srgbClr val="7B1432"/>
                </a:solidFill>
                <a:latin typeface="Tahoma"/>
                <a:ea typeface="Tahoma"/>
                <a:cs typeface="Tahoma"/>
                <a:sym typeface="Tahoma"/>
              </a:rPr>
              <a:t>Gemini</a:t>
            </a:r>
            <a:r>
              <a:rPr b="1" lang="en-CA" sz="1600">
                <a:solidFill>
                  <a:srgbClr val="7B1432"/>
                </a:solidFill>
                <a:latin typeface="Tahoma"/>
                <a:ea typeface="Tahoma"/>
                <a:cs typeface="Tahoma"/>
                <a:sym typeface="Tahoma"/>
              </a:rPr>
              <a:t> (</a:t>
            </a:r>
            <a:r>
              <a:rPr b="1" lang="en-CA" sz="1600">
                <a:solidFill>
                  <a:srgbClr val="7B1432"/>
                </a:solidFill>
                <a:latin typeface="Tahoma"/>
                <a:ea typeface="Tahoma"/>
                <a:cs typeface="Tahoma"/>
                <a:sym typeface="Tahoma"/>
              </a:rPr>
              <a:t>Google</a:t>
            </a:r>
            <a:r>
              <a:rPr b="1" lang="en-CA" sz="1600">
                <a:solidFill>
                  <a:srgbClr val="7B1432"/>
                </a:solidFill>
                <a:latin typeface="Tahoma"/>
                <a:ea typeface="Tahoma"/>
                <a:cs typeface="Tahoma"/>
                <a:sym typeface="Tahoma"/>
              </a:rPr>
              <a:t>, 2026) — </a:t>
            </a:r>
            <a:r>
              <a:rPr b="1" lang="en-CA" sz="1600" u="sng">
                <a:solidFill>
                  <a:schemeClr val="hlink"/>
                </a:solidFill>
                <a:latin typeface="Tahoma"/>
                <a:ea typeface="Tahoma"/>
                <a:cs typeface="Tahoma"/>
                <a:sym typeface="Tahoma"/>
                <a:hlinkClick r:id="rId4"/>
              </a:rPr>
              <a:t>gemini.google.com</a:t>
            </a:r>
            <a:endParaRPr b="1" sz="16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b="1" sz="1600">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sz="200">
                <a:solidFill>
                  <a:srgbClr val="FFFFFF"/>
                </a:solidFill>
                <a:latin typeface="Tahoma"/>
                <a:ea typeface="Tahoma"/>
                <a:cs typeface="Tahoma"/>
                <a:sym typeface="Tahoma"/>
              </a:rPr>
              <a:t> </a:t>
            </a:r>
            <a:endParaRPr b="1" sz="16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Response 3.2: full response can be found at our github repo</a:t>
            </a:r>
            <a:r>
              <a:rPr b="1" baseline="30000" lang="en-CA">
                <a:solidFill>
                  <a:srgbClr val="7B1432"/>
                </a:solidFill>
                <a:latin typeface="Tahoma"/>
                <a:ea typeface="Tahoma"/>
                <a:cs typeface="Tahoma"/>
                <a:sym typeface="Tahoma"/>
              </a:rPr>
              <a:t>[10]</a:t>
            </a:r>
            <a:r>
              <a:rPr b="1" lang="en-CA">
                <a:solidFill>
                  <a:srgbClr val="7B1432"/>
                </a:solidFill>
                <a:latin typeface="Tahoma"/>
                <a:ea typeface="Tahoma"/>
                <a:cs typeface="Tahoma"/>
                <a:sym typeface="Tahoma"/>
              </a:rPr>
              <a:t>.</a:t>
            </a:r>
            <a:endParaRPr b="1">
              <a:solidFill>
                <a:srgbClr val="7B1432"/>
              </a:solidFill>
              <a:latin typeface="Tahoma"/>
              <a:ea typeface="Tahoma"/>
              <a:cs typeface="Tahoma"/>
              <a:sym typeface="Tahoma"/>
            </a:endParaRPr>
          </a:p>
          <a:p>
            <a:pPr indent="0" lvl="0" marL="0" marR="0" rtl="0" algn="just">
              <a:lnSpc>
                <a:spcPct val="115000"/>
              </a:lnSpc>
              <a:spcBef>
                <a:spcPts val="0"/>
              </a:spcBef>
              <a:spcAft>
                <a:spcPts val="0"/>
              </a:spcAft>
              <a:buClr>
                <a:schemeClr val="dk1"/>
              </a:buClr>
              <a:buSzPts val="1100"/>
              <a:buFont typeface="Arial"/>
              <a:buNone/>
            </a:pPr>
            <a:r>
              <a:t/>
            </a:r>
            <a:endParaRPr b="1">
              <a:solidFill>
                <a:srgbClr val="7B1432"/>
              </a:solidFill>
              <a:latin typeface="Tahoma"/>
              <a:ea typeface="Tahoma"/>
              <a:cs typeface="Tahoma"/>
              <a:sym typeface="Tahoma"/>
            </a:endParaRPr>
          </a:p>
          <a:p>
            <a:pPr indent="0" lvl="0" marL="0" marR="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Gemini suggested a stricter UML-style use case model for iBank. It said that we should distinguish clearly between human users, external systems, and internal hardware components. For actors: Concordia User as the primary actor, and iBank Core System and Concordia SIS as secondary external actors. For use cases, it recommended Withdraw Cash, Inquire Balance, and Pay Tuition/Fees, with Authenticate User, Print Receipt, and Cancel Transaction as supporting use cases. It also suggested using &lt;&lt;include&gt;&gt; for mandatory authentication and &lt;&lt;extend&gt;&gt; for optional receipt printing and cancellation. Gemini also said that hardware components such as the screen, cash dispenser, or printer should not be modeled as actors if they are part of the iBank ABM system. </a:t>
            </a:r>
            <a:endParaRPr>
              <a:solidFill>
                <a:srgbClr val="1C1C1C"/>
              </a:solidFill>
              <a:latin typeface="Tahoma"/>
              <a:ea typeface="Tahoma"/>
              <a:cs typeface="Tahoma"/>
              <a:sym typeface="Tahoma"/>
            </a:endParaRPr>
          </a:p>
        </p:txBody>
      </p:sp>
      <p:sp>
        <p:nvSpPr>
          <p:cNvPr id="354" name="Google Shape;354;p56"/>
          <p:cNvSpPr txBox="1"/>
          <p:nvPr/>
        </p:nvSpPr>
        <p:spPr>
          <a:xfrm>
            <a:off x="303225" y="178600"/>
            <a:ext cx="86631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GAI Use and Prompt Refinement (Cont’d)</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5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7"/>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57"/>
          <p:cNvSpPr txBox="1"/>
          <p:nvPr/>
        </p:nvSpPr>
        <p:spPr>
          <a:xfrm>
            <a:off x="303225" y="828250"/>
            <a:ext cx="8663100" cy="2643600"/>
          </a:xfrm>
          <a:prstGeom prst="rect">
            <a:avLst/>
          </a:prstGeom>
          <a:noFill/>
          <a:ln>
            <a:noFill/>
          </a:ln>
        </p:spPr>
        <p:txBody>
          <a:bodyPr anchorCtr="0" anchor="t" bIns="44975" lIns="90000" spcFirstLastPara="1" rIns="90000" wrap="square" tIns="44975">
            <a:spAutoFit/>
          </a:bodyPr>
          <a:lstStyle/>
          <a:p>
            <a:pPr indent="0" lvl="0" marL="0" rtl="0" algn="just">
              <a:lnSpc>
                <a:spcPct val="115000"/>
              </a:lnSpc>
              <a:spcBef>
                <a:spcPts val="0"/>
              </a:spcBef>
              <a:spcAft>
                <a:spcPts val="0"/>
              </a:spcAft>
              <a:buClr>
                <a:schemeClr val="dk1"/>
              </a:buClr>
              <a:buSzPts val="1100"/>
              <a:buFont typeface="Arial"/>
              <a:buNone/>
            </a:pPr>
            <a:r>
              <a:rPr lang="en-CA" sz="200">
                <a:solidFill>
                  <a:schemeClr val="lt1"/>
                </a:solidFill>
                <a:latin typeface="Tahoma"/>
                <a:ea typeface="Tahoma"/>
                <a:cs typeface="Tahoma"/>
                <a:sym typeface="Tahoma"/>
              </a:rPr>
              <a:t> </a:t>
            </a:r>
            <a:endParaRPr b="1" sz="1600">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b="1" lang="en-CA">
                <a:solidFill>
                  <a:srgbClr val="7B1432"/>
                </a:solidFill>
                <a:latin typeface="Tahoma"/>
                <a:ea typeface="Tahoma"/>
                <a:cs typeface="Tahoma"/>
                <a:sym typeface="Tahoma"/>
              </a:rPr>
              <a:t>Explanation 3:</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t/>
            </a:r>
            <a:endParaRPr b="1">
              <a:solidFill>
                <a:srgbClr val="7B1432"/>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Both GAI responses mainly helped us review whether our use case model was clear, reasonable, and consistent with UML.  Even though both of them suggest about the &lt;&lt;include&gt;&gt; and &lt;&lt;extend&gt;&gt;, as for the simplicity of use case model, we decided not to draw all of includes and extends, as it will make the diagram hard to read.</a:t>
            </a:r>
            <a:endParaRPr>
              <a:solidFill>
                <a:srgbClr val="1C1C1C"/>
              </a:solidFill>
              <a:latin typeface="Tahoma"/>
              <a:ea typeface="Tahoma"/>
              <a:cs typeface="Tahoma"/>
              <a:sym typeface="Tahoma"/>
            </a:endParaRPr>
          </a:p>
          <a:p>
            <a:pPr indent="0" lvl="0" marL="0" rtl="0" algn="just">
              <a:lnSpc>
                <a:spcPct val="115000"/>
              </a:lnSpc>
              <a:spcBef>
                <a:spcPts val="0"/>
              </a:spcBef>
              <a:spcAft>
                <a:spcPts val="0"/>
              </a:spcAft>
              <a:buClr>
                <a:schemeClr val="dk1"/>
              </a:buClr>
              <a:buSzPts val="1100"/>
              <a:buFont typeface="Arial"/>
              <a:buNone/>
            </a:pPr>
            <a:r>
              <a:rPr lang="en-CA">
                <a:solidFill>
                  <a:srgbClr val="1C1C1C"/>
                </a:solidFill>
                <a:latin typeface="Tahoma"/>
                <a:ea typeface="Tahoma"/>
                <a:cs typeface="Tahoma"/>
                <a:sym typeface="Tahoma"/>
              </a:rPr>
              <a:t>After comparing both responses, we used the parts that matched our project scope: a clear iBank system boundary, external supporting systems, authentication, and no cancellation/receipt generation for simplicity. We did not directly copy the outputs. Instead, we used them to check and refine our final actors, use cases, relationships, and assumptions. </a:t>
            </a:r>
            <a:endParaRPr>
              <a:solidFill>
                <a:srgbClr val="1C1C1C"/>
              </a:solidFill>
              <a:latin typeface="Tahoma"/>
              <a:ea typeface="Tahoma"/>
              <a:cs typeface="Tahoma"/>
              <a:sym typeface="Tahoma"/>
            </a:endParaRPr>
          </a:p>
          <a:p>
            <a:pPr indent="0" lvl="0" marL="0" marR="0" rtl="0" algn="just">
              <a:lnSpc>
                <a:spcPct val="115000"/>
              </a:lnSpc>
              <a:spcBef>
                <a:spcPts val="0"/>
              </a:spcBef>
              <a:spcAft>
                <a:spcPts val="0"/>
              </a:spcAft>
              <a:buClr>
                <a:schemeClr val="dk1"/>
              </a:buClr>
              <a:buSzPts val="1100"/>
              <a:buFont typeface="Arial"/>
              <a:buNone/>
            </a:pPr>
            <a:r>
              <a:t/>
            </a:r>
            <a:endParaRPr sz="200">
              <a:solidFill>
                <a:srgbClr val="FFFFFF"/>
              </a:solidFill>
              <a:latin typeface="Tahoma"/>
              <a:ea typeface="Tahoma"/>
              <a:cs typeface="Tahoma"/>
              <a:sym typeface="Tahoma"/>
            </a:endParaRPr>
          </a:p>
        </p:txBody>
      </p:sp>
      <p:sp>
        <p:nvSpPr>
          <p:cNvPr id="361" name="Google Shape;361;p57"/>
          <p:cNvSpPr txBox="1"/>
          <p:nvPr/>
        </p:nvSpPr>
        <p:spPr>
          <a:xfrm>
            <a:off x="303225" y="178600"/>
            <a:ext cx="8663100" cy="554100"/>
          </a:xfrm>
          <a:prstGeom prst="rect">
            <a:avLst/>
          </a:prstGeom>
          <a:noFill/>
          <a:ln>
            <a:noFill/>
          </a:ln>
        </p:spPr>
        <p:txBody>
          <a:bodyPr anchorCtr="1" anchor="t" bIns="0" lIns="0" spcFirstLastPara="1" rIns="0" wrap="square" tIns="0">
            <a:spAutoFit/>
          </a:bodyPr>
          <a:lstStyle/>
          <a:p>
            <a:pPr indent="0" lvl="0" marL="11113" marR="0" rtl="0" algn="ctr">
              <a:spcBef>
                <a:spcPts val="0"/>
              </a:spcBef>
              <a:spcAft>
                <a:spcPts val="0"/>
              </a:spcAft>
              <a:buClr>
                <a:srgbClr val="FFFFFF"/>
              </a:buClr>
              <a:buSzPts val="3600"/>
              <a:buFont typeface="Arial"/>
              <a:buNone/>
            </a:pPr>
            <a:r>
              <a:rPr lang="en-CA" sz="3600">
                <a:solidFill>
                  <a:srgbClr val="FFFFFF"/>
                </a:solidFill>
                <a:latin typeface="Tahoma"/>
                <a:ea typeface="Tahoma"/>
                <a:cs typeface="Tahoma"/>
                <a:sym typeface="Tahoma"/>
              </a:rPr>
              <a:t>GAI Use and Prompt Refinement (Cont’d)</a:t>
            </a:r>
            <a:endParaRPr sz="28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58"/>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58"/>
          <p:cNvSpPr txBox="1"/>
          <p:nvPr/>
        </p:nvSpPr>
        <p:spPr>
          <a:xfrm>
            <a:off x="588963" y="178594"/>
            <a:ext cx="8091600" cy="5541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rgbClr val="FFFFFF"/>
                </a:solidFill>
                <a:latin typeface="Tahoma"/>
                <a:ea typeface="Tahoma"/>
                <a:cs typeface="Tahoma"/>
                <a:sym typeface="Tahoma"/>
              </a:rPr>
              <a:t>Team Distribution</a:t>
            </a:r>
            <a:endParaRPr sz="3600">
              <a:solidFill>
                <a:srgbClr val="FFFFFF"/>
              </a:solidFill>
              <a:latin typeface="Tahoma"/>
              <a:ea typeface="Tahoma"/>
              <a:cs typeface="Tahoma"/>
              <a:sym typeface="Tahoma"/>
            </a:endParaRPr>
          </a:p>
        </p:txBody>
      </p:sp>
      <p:sp>
        <p:nvSpPr>
          <p:cNvPr id="368" name="Google Shape;368;p58"/>
          <p:cNvSpPr txBox="1"/>
          <p:nvPr/>
        </p:nvSpPr>
        <p:spPr>
          <a:xfrm>
            <a:off x="2088850" y="1193325"/>
            <a:ext cx="5016300" cy="3417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CA" u="sng">
                <a:solidFill>
                  <a:srgbClr val="7B1432"/>
                </a:solidFill>
                <a:latin typeface="Tahoma"/>
                <a:ea typeface="Tahoma"/>
                <a:cs typeface="Tahoma"/>
                <a:sym typeface="Tahoma"/>
              </a:rPr>
              <a:t>Team Members: </a:t>
            </a:r>
            <a:endParaRPr b="1" u="sng">
              <a:solidFill>
                <a:srgbClr val="7B1432"/>
              </a:solidFill>
              <a:latin typeface="Tahoma"/>
              <a:ea typeface="Tahoma"/>
              <a:cs typeface="Tahoma"/>
              <a:sym typeface="Tahoma"/>
            </a:endParaRPr>
          </a:p>
          <a:p>
            <a:pPr indent="0" lvl="0" marL="0" rtl="0" algn="just">
              <a:spcBef>
                <a:spcPts val="0"/>
              </a:spcBef>
              <a:spcAft>
                <a:spcPts val="0"/>
              </a:spcAft>
              <a:buNone/>
            </a:pPr>
            <a:r>
              <a:t/>
            </a:r>
            <a:endParaRPr>
              <a:solidFill>
                <a:srgbClr val="7B1432"/>
              </a:solidFill>
              <a:latin typeface="Tahoma"/>
              <a:ea typeface="Tahoma"/>
              <a:cs typeface="Tahoma"/>
              <a:sym typeface="Tahoma"/>
            </a:endParaRPr>
          </a:p>
          <a:p>
            <a:pPr indent="0" lvl="0" marL="0" rtl="0" algn="just">
              <a:spcBef>
                <a:spcPts val="0"/>
              </a:spcBef>
              <a:spcAft>
                <a:spcPts val="0"/>
              </a:spcAft>
              <a:buNone/>
            </a:pPr>
            <a:r>
              <a:rPr lang="en-CA">
                <a:solidFill>
                  <a:schemeClr val="dk1"/>
                </a:solidFill>
                <a:latin typeface="Tahoma"/>
                <a:ea typeface="Tahoma"/>
                <a:cs typeface="Tahoma"/>
                <a:sym typeface="Tahoma"/>
              </a:rPr>
              <a:t>Adriana Lilia Guevara Contreras (40127338)</a:t>
            </a:r>
            <a:endParaRPr>
              <a:solidFill>
                <a:schemeClr val="dk1"/>
              </a:solidFill>
              <a:latin typeface="Tahoma"/>
              <a:ea typeface="Tahoma"/>
              <a:cs typeface="Tahoma"/>
              <a:sym typeface="Tahoma"/>
            </a:endParaRPr>
          </a:p>
          <a:p>
            <a:pPr indent="0" lvl="0" marL="0" rtl="0" algn="just">
              <a:spcBef>
                <a:spcPts val="0"/>
              </a:spcBef>
              <a:spcAft>
                <a:spcPts val="0"/>
              </a:spcAft>
              <a:buNone/>
            </a:pPr>
            <a:r>
              <a:t/>
            </a:r>
            <a:endParaRPr>
              <a:solidFill>
                <a:schemeClr val="dk1"/>
              </a:solidFill>
              <a:latin typeface="Tahoma"/>
              <a:ea typeface="Tahoma"/>
              <a:cs typeface="Tahoma"/>
              <a:sym typeface="Tahoma"/>
            </a:endParaRPr>
          </a:p>
          <a:p>
            <a:pPr indent="0" lvl="0" marL="0" rtl="0" algn="just">
              <a:spcBef>
                <a:spcPts val="0"/>
              </a:spcBef>
              <a:spcAft>
                <a:spcPts val="0"/>
              </a:spcAft>
              <a:buNone/>
            </a:pPr>
            <a:r>
              <a:rPr lang="en-CA">
                <a:solidFill>
                  <a:schemeClr val="dk1"/>
                </a:solidFill>
                <a:latin typeface="Tahoma"/>
                <a:ea typeface="Tahoma"/>
                <a:cs typeface="Tahoma"/>
                <a:sym typeface="Tahoma"/>
              </a:rPr>
              <a:t>Siming Yi (40333494)</a:t>
            </a:r>
            <a:endParaRPr b="1" u="sng">
              <a:solidFill>
                <a:srgbClr val="7B1432"/>
              </a:solidFill>
              <a:latin typeface="Tahoma"/>
              <a:ea typeface="Tahoma"/>
              <a:cs typeface="Tahoma"/>
              <a:sym typeface="Tahoma"/>
            </a:endParaRPr>
          </a:p>
          <a:p>
            <a:pPr indent="0" lvl="0" marL="0" rtl="0" algn="just">
              <a:spcBef>
                <a:spcPts val="0"/>
              </a:spcBef>
              <a:spcAft>
                <a:spcPts val="0"/>
              </a:spcAft>
              <a:buNone/>
            </a:pPr>
            <a:r>
              <a:t/>
            </a:r>
            <a:endParaRPr b="1" u="sng">
              <a:solidFill>
                <a:srgbClr val="7B1432"/>
              </a:solidFill>
              <a:latin typeface="Tahoma"/>
              <a:ea typeface="Tahoma"/>
              <a:cs typeface="Tahoma"/>
              <a:sym typeface="Tahoma"/>
            </a:endParaRPr>
          </a:p>
          <a:p>
            <a:pPr indent="0" lvl="0" marL="0" rtl="0" algn="just">
              <a:spcBef>
                <a:spcPts val="0"/>
              </a:spcBef>
              <a:spcAft>
                <a:spcPts val="0"/>
              </a:spcAft>
              <a:buNone/>
            </a:pPr>
            <a:r>
              <a:t/>
            </a:r>
            <a:endParaRPr b="1" u="sng">
              <a:solidFill>
                <a:srgbClr val="7B1432"/>
              </a:solidFill>
              <a:latin typeface="Tahoma"/>
              <a:ea typeface="Tahoma"/>
              <a:cs typeface="Tahoma"/>
              <a:sym typeface="Tahoma"/>
            </a:endParaRPr>
          </a:p>
          <a:p>
            <a:pPr indent="0" lvl="0" marL="0" marR="0" rtl="0" algn="just">
              <a:lnSpc>
                <a:spcPct val="100000"/>
              </a:lnSpc>
              <a:spcBef>
                <a:spcPts val="0"/>
              </a:spcBef>
              <a:spcAft>
                <a:spcPts val="0"/>
              </a:spcAft>
              <a:buNone/>
            </a:pPr>
            <a:r>
              <a:rPr b="1" lang="en-CA">
                <a:solidFill>
                  <a:schemeClr val="dk1"/>
                </a:solidFill>
                <a:latin typeface="Tahoma"/>
                <a:ea typeface="Tahoma"/>
                <a:cs typeface="Tahoma"/>
                <a:sym typeface="Tahoma"/>
              </a:rPr>
              <a:t>Problem 1</a:t>
            </a:r>
            <a:r>
              <a:rPr lang="en-CA">
                <a:solidFill>
                  <a:schemeClr val="dk1"/>
                </a:solidFill>
                <a:latin typeface="Tahoma"/>
                <a:ea typeface="Tahoma"/>
                <a:cs typeface="Tahoma"/>
                <a:sym typeface="Tahoma"/>
              </a:rPr>
              <a:t>: Adriana &amp; Siming</a:t>
            </a:r>
            <a:endParaRPr>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t/>
            </a:r>
            <a:endParaRPr>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rPr b="1" lang="en-CA">
                <a:solidFill>
                  <a:schemeClr val="dk1"/>
                </a:solidFill>
                <a:latin typeface="Tahoma"/>
                <a:ea typeface="Tahoma"/>
                <a:cs typeface="Tahoma"/>
                <a:sym typeface="Tahoma"/>
              </a:rPr>
              <a:t>Problem 2</a:t>
            </a:r>
            <a:r>
              <a:rPr lang="en-CA">
                <a:solidFill>
                  <a:schemeClr val="dk1"/>
                </a:solidFill>
                <a:latin typeface="Tahoma"/>
                <a:ea typeface="Tahoma"/>
                <a:cs typeface="Tahoma"/>
                <a:sym typeface="Tahoma"/>
              </a:rPr>
              <a:t>: Adriana</a:t>
            </a:r>
            <a:endParaRPr>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t/>
            </a:r>
            <a:endParaRPr>
              <a:solidFill>
                <a:schemeClr val="dk1"/>
              </a:solidFill>
              <a:latin typeface="Tahoma"/>
              <a:ea typeface="Tahoma"/>
              <a:cs typeface="Tahoma"/>
              <a:sym typeface="Tahoma"/>
            </a:endParaRPr>
          </a:p>
          <a:p>
            <a:pPr indent="0" lvl="0" marL="0" marR="0" rtl="0" algn="just">
              <a:lnSpc>
                <a:spcPct val="100000"/>
              </a:lnSpc>
              <a:spcBef>
                <a:spcPts val="0"/>
              </a:spcBef>
              <a:spcAft>
                <a:spcPts val="0"/>
              </a:spcAft>
              <a:buNone/>
            </a:pPr>
            <a:r>
              <a:rPr b="1" lang="en-CA">
                <a:solidFill>
                  <a:schemeClr val="dk1"/>
                </a:solidFill>
                <a:latin typeface="Tahoma"/>
                <a:ea typeface="Tahoma"/>
                <a:cs typeface="Tahoma"/>
                <a:sym typeface="Tahoma"/>
              </a:rPr>
              <a:t>Problem 3</a:t>
            </a:r>
            <a:r>
              <a:rPr lang="en-CA">
                <a:solidFill>
                  <a:schemeClr val="dk1"/>
                </a:solidFill>
                <a:latin typeface="Tahoma"/>
                <a:ea typeface="Tahoma"/>
                <a:cs typeface="Tahoma"/>
                <a:sym typeface="Tahoma"/>
              </a:rPr>
              <a:t>: Siming</a:t>
            </a:r>
            <a:endParaRPr b="1" u="sng">
              <a:solidFill>
                <a:srgbClr val="7B1432"/>
              </a:solidFill>
              <a:latin typeface="Tahoma"/>
              <a:ea typeface="Tahoma"/>
              <a:cs typeface="Tahoma"/>
              <a:sym typeface="Tahoma"/>
            </a:endParaRPr>
          </a:p>
          <a:p>
            <a:pPr indent="0" lvl="0" marL="0" rtl="0" algn="just">
              <a:spcBef>
                <a:spcPts val="0"/>
              </a:spcBef>
              <a:spcAft>
                <a:spcPts val="0"/>
              </a:spcAft>
              <a:buNone/>
            </a:pPr>
            <a:r>
              <a:t/>
            </a:r>
            <a:endParaRPr b="1" u="sng">
              <a:solidFill>
                <a:srgbClr val="7B1432"/>
              </a:solidFill>
              <a:latin typeface="Tahoma"/>
              <a:ea typeface="Tahoma"/>
              <a:cs typeface="Tahoma"/>
              <a:sym typeface="Tahoma"/>
            </a:endParaRPr>
          </a:p>
          <a:p>
            <a:pPr indent="0" lvl="0" marL="0" rtl="0" algn="just">
              <a:spcBef>
                <a:spcPts val="0"/>
              </a:spcBef>
              <a:spcAft>
                <a:spcPts val="0"/>
              </a:spcAft>
              <a:buNone/>
            </a:pPr>
            <a:r>
              <a:t/>
            </a:r>
            <a:endParaRPr>
              <a:solidFill>
                <a:srgbClr val="7B1432"/>
              </a:solidFill>
              <a:latin typeface="Tahoma"/>
              <a:ea typeface="Tahoma"/>
              <a:cs typeface="Tahoma"/>
              <a:sym typeface="Tahoma"/>
            </a:endParaRPr>
          </a:p>
          <a:p>
            <a:pPr indent="0" lvl="0" marL="0" rtl="0" algn="just">
              <a:spcBef>
                <a:spcPts val="0"/>
              </a:spcBef>
              <a:spcAft>
                <a:spcPts val="0"/>
              </a:spcAft>
              <a:buNone/>
            </a:pPr>
            <a:r>
              <a:rPr b="1" lang="en-CA" u="sng">
                <a:solidFill>
                  <a:srgbClr val="7B1432"/>
                </a:solidFill>
                <a:latin typeface="Tahoma"/>
                <a:ea typeface="Tahoma"/>
                <a:cs typeface="Tahoma"/>
                <a:sym typeface="Tahoma"/>
              </a:rPr>
              <a:t>Unit Members:</a:t>
            </a:r>
            <a:r>
              <a:rPr lang="en-CA">
                <a:solidFill>
                  <a:srgbClr val="7B1432"/>
                </a:solidFill>
                <a:latin typeface="Tahoma"/>
                <a:ea typeface="Tahoma"/>
                <a:cs typeface="Tahoma"/>
                <a:sym typeface="Tahoma"/>
              </a:rPr>
              <a:t> </a:t>
            </a:r>
            <a:r>
              <a:rPr lang="en-CA">
                <a:solidFill>
                  <a:schemeClr val="dk1"/>
                </a:solidFill>
                <a:latin typeface="Tahoma"/>
                <a:ea typeface="Tahoma"/>
                <a:cs typeface="Tahoma"/>
                <a:sym typeface="Tahoma"/>
              </a:rPr>
              <a:t>(2)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59"/>
          <p:cNvSpPr txBox="1"/>
          <p:nvPr/>
        </p:nvSpPr>
        <p:spPr>
          <a:xfrm>
            <a:off x="963300" y="900250"/>
            <a:ext cx="7717200" cy="3931200"/>
          </a:xfrm>
          <a:prstGeom prst="rect">
            <a:avLst/>
          </a:prstGeom>
          <a:noFill/>
          <a:ln>
            <a:noFill/>
          </a:ln>
        </p:spPr>
        <p:txBody>
          <a:bodyPr anchorCtr="0" anchor="t" bIns="44975" lIns="90000" spcFirstLastPara="1" rIns="90000" wrap="square" tIns="44975">
            <a:spAutoFit/>
          </a:bodyPr>
          <a:lstStyle/>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[1] Anthropic, “Claude Sonnet 4.6,” Large Language Model, 2026. [Online]. Available: https://claude.ai</a:t>
            </a:r>
            <a:endParaRPr sz="10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[2] V. R. Basili and D. M. Weiss, “A methodology for collecting valid software engineering data,” IEEE Transactions on Software Engineering, vol. SE-10, no. 6, pp. 728–738, 1984.</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[3] G. T. Doran, “There’s a SMART way to write management’s goals and objectives,” Management Review, vol. 70, no. 11, pp. 35–36, 1981.</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[4] Government of Canada, “Accessible Canada Act (S.C. 2019, c. 10),” 2019. [Online]. Available: https://laws-lois.justice.gc.ca</a:t>
            </a:r>
            <a:endParaRPr sz="10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[5] Government of Canada, “Personal Information Protection and Electronic Documents Act (PIPEDA) (S.C. 2000, c. 5),” 2000. [Online]. Available: https://laws-lois.justice.gc.</a:t>
            </a:r>
            <a:r>
              <a:rPr lang="en-CA" sz="1000">
                <a:solidFill>
                  <a:schemeClr val="dk1"/>
                </a:solidFill>
              </a:rPr>
              <a:t>ca</a:t>
            </a:r>
            <a:endParaRPr sz="10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[6] Government of Canada, “Official Languages Act (R.S.C. 1985, c. 31),” 1985. [Online]. Available: https://laws-lois.justice.gc.ca</a:t>
            </a:r>
            <a:endParaRPr sz="10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[7] P. Kamthan, Introduction to Frameworks for Software Measurement, Course Notes, Concordia University, 2026.</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[8] R. E. Park, W. B. Goethert, and W. A. Florac, Goal-Driven Software Measurement: A Guidebook, CMU/SEI-96-HB-002, Software Engineering Institute, Carnegie Mellon University, 1996.</a:t>
            </a:r>
            <a:endParaRPr sz="10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CA" sz="1000">
                <a:solidFill>
                  <a:schemeClr val="dk1"/>
                </a:solidFill>
              </a:rPr>
              <a:t>[9] R. van Solingen and E. Berghout, The Goal/Question/Metric Method. New York, NY, USA: McGraw-Hill, 1999.</a:t>
            </a:r>
            <a:endParaRPr sz="1000">
              <a:solidFill>
                <a:schemeClr val="dk1"/>
              </a:solidFill>
            </a:endParaRPr>
          </a:p>
          <a:p>
            <a:pPr indent="0" lvl="0" marL="0" marR="0" rtl="0" algn="just">
              <a:spcBef>
                <a:spcPts val="1200"/>
              </a:spcBef>
              <a:spcAft>
                <a:spcPts val="0"/>
              </a:spcAft>
              <a:buClr>
                <a:srgbClr val="1C1C1C"/>
              </a:buClr>
              <a:buSzPts val="2000"/>
              <a:buFont typeface="Arial"/>
              <a:buNone/>
            </a:pPr>
            <a:r>
              <a:t/>
            </a:r>
            <a:endParaRPr sz="1000">
              <a:solidFill>
                <a:srgbClr val="1C1C1C"/>
              </a:solidFill>
              <a:latin typeface="Tahoma"/>
              <a:ea typeface="Tahoma"/>
              <a:cs typeface="Tahoma"/>
              <a:sym typeface="Tahoma"/>
            </a:endParaRPr>
          </a:p>
        </p:txBody>
      </p:sp>
      <p:sp>
        <p:nvSpPr>
          <p:cNvPr id="375" name="Google Shape;375;p59"/>
          <p:cNvSpPr txBox="1"/>
          <p:nvPr/>
        </p:nvSpPr>
        <p:spPr>
          <a:xfrm>
            <a:off x="588963" y="178594"/>
            <a:ext cx="8091600" cy="11913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rgbClr val="FFFFFF"/>
                </a:solidFill>
                <a:latin typeface="Tahoma"/>
                <a:ea typeface="Tahoma"/>
                <a:cs typeface="Tahoma"/>
                <a:sym typeface="Tahoma"/>
              </a:rPr>
              <a:t>References</a:t>
            </a:r>
            <a:endParaRPr sz="3600">
              <a:solidFill>
                <a:srgbClr val="FFFFFF"/>
              </a:solidFill>
              <a:latin typeface="Tahoma"/>
              <a:ea typeface="Tahoma"/>
              <a:cs typeface="Tahoma"/>
              <a:sym typeface="Tahoma"/>
            </a:endParaRPr>
          </a:p>
          <a:p>
            <a:pPr indent="0" lvl="0" marL="11113" marR="0" rtl="0" algn="ctr">
              <a:spcBef>
                <a:spcPts val="0"/>
              </a:spcBef>
              <a:spcAft>
                <a:spcPts val="0"/>
              </a:spcAft>
              <a:buClr>
                <a:srgbClr val="FFFFFF"/>
              </a:buClr>
              <a:buSzPts val="3600"/>
              <a:buFont typeface="Arial"/>
              <a:buNone/>
            </a:pPr>
            <a:r>
              <a:t/>
            </a:r>
            <a:endParaRPr sz="36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0"/>
          <p:cNvSpPr/>
          <p:nvPr/>
        </p:nvSpPr>
        <p:spPr>
          <a:xfrm>
            <a:off x="303213" y="78581"/>
            <a:ext cx="8663004" cy="609606"/>
          </a:xfrm>
          <a:custGeom>
            <a:rect b="b" l="l" r="r" t="t"/>
            <a:pathLst>
              <a:path extrusionOk="0" h="21600" w="21600">
                <a:moveTo>
                  <a:pt x="0" y="0"/>
                </a:moveTo>
                <a:lnTo>
                  <a:pt x="21600" y="0"/>
                </a:lnTo>
                <a:lnTo>
                  <a:pt x="21600" y="21600"/>
                </a:lnTo>
                <a:lnTo>
                  <a:pt x="0" y="21600"/>
                </a:lnTo>
                <a:lnTo>
                  <a:pt x="0" y="0"/>
                </a:lnTo>
                <a:close/>
              </a:path>
            </a:pathLst>
          </a:cu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60"/>
          <p:cNvSpPr txBox="1"/>
          <p:nvPr/>
        </p:nvSpPr>
        <p:spPr>
          <a:xfrm>
            <a:off x="963300" y="900250"/>
            <a:ext cx="7717200" cy="1276200"/>
          </a:xfrm>
          <a:prstGeom prst="rect">
            <a:avLst/>
          </a:prstGeom>
          <a:noFill/>
          <a:ln>
            <a:noFill/>
          </a:ln>
        </p:spPr>
        <p:txBody>
          <a:bodyPr anchorCtr="0" anchor="t" bIns="44975" lIns="90000" spcFirstLastPara="1" rIns="90000" wrap="square" tIns="44975">
            <a:spAutoFit/>
          </a:bodyPr>
          <a:lstStyle/>
          <a:p>
            <a:pPr indent="0" lvl="0" marL="0" marR="0" rtl="0" algn="l">
              <a:lnSpc>
                <a:spcPct val="115000"/>
              </a:lnSpc>
              <a:spcBef>
                <a:spcPts val="1200"/>
              </a:spcBef>
              <a:spcAft>
                <a:spcPts val="0"/>
              </a:spcAft>
              <a:buClr>
                <a:schemeClr val="dk1"/>
              </a:buClr>
              <a:buSzPts val="1100"/>
              <a:buFont typeface="Arial"/>
              <a:buNone/>
            </a:pPr>
            <a:r>
              <a:rPr lang="en-CA" sz="1000">
                <a:solidFill>
                  <a:schemeClr val="dk1"/>
                </a:solidFill>
              </a:rPr>
              <a:t>[10] SOEN 6611 Group D Repository. Link: https://github.com/aVr0Ra/SOEN6611_group_D</a:t>
            </a:r>
            <a:endParaRPr sz="1000">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rPr lang="en-CA" sz="1000">
                <a:solidFill>
                  <a:schemeClr val="dk1"/>
                </a:solidFill>
              </a:rPr>
              <a:t>[11]  Wikipedia contributors, “Use case diagram,” Wikipedia, The Free Encyclopedia. [Online]. Available: https://en.wikipedia.org/wiki/Use_case_diagram. [Accessed: Jun. 2, 2026].</a:t>
            </a:r>
            <a:endParaRPr sz="1000">
              <a:solidFill>
                <a:schemeClr val="dk1"/>
              </a:solidFill>
            </a:endParaRPr>
          </a:p>
          <a:p>
            <a:pPr indent="0" lvl="0" marL="0" marR="0" rtl="0" algn="l">
              <a:lnSpc>
                <a:spcPct val="115000"/>
              </a:lnSpc>
              <a:spcBef>
                <a:spcPts val="1200"/>
              </a:spcBef>
              <a:spcAft>
                <a:spcPts val="1200"/>
              </a:spcAft>
              <a:buClr>
                <a:schemeClr val="dk1"/>
              </a:buClr>
              <a:buSzPts val="1100"/>
              <a:buFont typeface="Arial"/>
              <a:buNone/>
            </a:pPr>
            <a:r>
              <a:rPr lang="en-CA" sz="1000">
                <a:solidFill>
                  <a:srgbClr val="222222"/>
                </a:solidFill>
                <a:highlight>
                  <a:srgbClr val="FFFFFF"/>
                </a:highlight>
              </a:rPr>
              <a:t>[12] Zedda S. Banking systems simulation: Theory, practice, and application of modeling shocks, losses, and contagion. John Wiley &amp; Sons; 2017 Apr 3.</a:t>
            </a:r>
            <a:r>
              <a:rPr lang="en-CA" sz="1100">
                <a:solidFill>
                  <a:schemeClr val="dk1"/>
                </a:solidFill>
              </a:rPr>
              <a:t> </a:t>
            </a:r>
            <a:endParaRPr sz="1000">
              <a:solidFill>
                <a:schemeClr val="dk1"/>
              </a:solidFill>
            </a:endParaRPr>
          </a:p>
        </p:txBody>
      </p:sp>
      <p:sp>
        <p:nvSpPr>
          <p:cNvPr id="382" name="Google Shape;382;p60"/>
          <p:cNvSpPr txBox="1"/>
          <p:nvPr/>
        </p:nvSpPr>
        <p:spPr>
          <a:xfrm>
            <a:off x="588975" y="178596"/>
            <a:ext cx="8091600" cy="554100"/>
          </a:xfrm>
          <a:prstGeom prst="rect">
            <a:avLst/>
          </a:prstGeom>
          <a:noFill/>
          <a:ln>
            <a:noFill/>
          </a:ln>
        </p:spPr>
        <p:txBody>
          <a:bodyPr anchorCtr="1"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lang="en-CA" sz="3600">
                <a:solidFill>
                  <a:srgbClr val="FFFFFF"/>
                </a:solidFill>
                <a:latin typeface="Tahoma"/>
                <a:ea typeface="Tahoma"/>
                <a:cs typeface="Tahoma"/>
                <a:sym typeface="Tahoma"/>
              </a:rPr>
              <a:t>References (Cont’d)</a:t>
            </a:r>
            <a:endParaRPr sz="3600">
              <a:solidFill>
                <a:srgbClr val="FFFFFF"/>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Default 1">
  <a:themeElements>
    <a:clrScheme name="Default 1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a:themeElements>
    <a:clrScheme name="Default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